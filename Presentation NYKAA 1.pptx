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87" r:id="rId5"/>
    <p:sldId id="259" r:id="rId6"/>
    <p:sldId id="277" r:id="rId7"/>
    <p:sldId id="260" r:id="rId8"/>
    <p:sldId id="280" r:id="rId9"/>
    <p:sldId id="282" r:id="rId10"/>
    <p:sldId id="285" r:id="rId11"/>
    <p:sldId id="284" r:id="rId12"/>
    <p:sldId id="283" r:id="rId13"/>
    <p:sldId id="261" r:id="rId14"/>
    <p:sldId id="286" r:id="rId15"/>
    <p:sldId id="281" r:id="rId16"/>
    <p:sldId id="278" r:id="rId17"/>
    <p:sldId id="288" r:id="rId18"/>
    <p:sldId id="276" r:id="rId19"/>
  </p:sldIdLst>
  <p:sldSz cx="12192000" cy="6858000"/>
  <p:notesSz cx="6858000" cy="9144000"/>
  <p:embeddedFontLst>
    <p:embeddedFont>
      <p:font typeface="EB Garamond" panose="00000500000000000000" pitchFamily="2" charset="0"/>
      <p:regular r:id="rId21"/>
      <p:bold r:id="rId22"/>
      <p:italic r:id="rId23"/>
      <p:boldItalic r:id="rId24"/>
    </p:embeddedFont>
    <p:embeddedFont>
      <p:font typeface="Lobster" panose="00000500000000000000" pitchFamily="2"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792">
          <p15:clr>
            <a:srgbClr val="A4A3A4"/>
          </p15:clr>
        </p15:guide>
        <p15:guide id="2" pos="528">
          <p15:clr>
            <a:srgbClr val="A4A3A4"/>
          </p15:clr>
        </p15:guide>
        <p15:guide id="3" pos="7128">
          <p15:clr>
            <a:srgbClr val="A4A3A4"/>
          </p15:clr>
        </p15:guide>
        <p15:guide id="4" orient="horz" pos="2808">
          <p15:clr>
            <a:srgbClr val="A4A3A4"/>
          </p15:clr>
        </p15:guide>
        <p15:guide id="5" pos="2976">
          <p15:clr>
            <a:srgbClr val="A4A3A4"/>
          </p15:clr>
        </p15:guide>
        <p15:guide id="6" orient="horz" pos="9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3" roundtripDataSignature="AMtx7mhRpSP6DPbthoEouIwvSJvIfq2E6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EF7A2F-5985-47E4-8ED6-11E281968620}">
  <a:tblStyle styleId="{F0EF7A2F-5985-47E4-8ED6-11E28196862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8F57472-E3C5-44E8-9FC8-59DEC881F3AD}" styleName="Table_1">
    <a:wholeTbl>
      <a:tcTxStyle b="off" i="off">
        <a:font>
          <a:latin typeface="Aptos Light"/>
          <a:ea typeface="Aptos Light"/>
          <a:cs typeface="Aptos Light"/>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6"/>
              </a:solidFill>
              <a:prstDash val="solid"/>
              <a:round/>
              <a:headEnd type="none" w="sm" len="sm"/>
              <a:tailEnd type="none" w="sm" len="sm"/>
            </a:ln>
          </a:top>
          <a:bottom>
            <a:ln w="12700" cap="flat" cmpd="sng">
              <a:solidFill>
                <a:schemeClr val="accent6"/>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fill>
          <a:solidFill>
            <a:schemeClr val="accent6">
              <a:alpha val="20000"/>
            </a:schemeClr>
          </a:solidFill>
        </a:fill>
      </a:tcStyle>
    </a:band1H>
    <a:band2H>
      <a:tcTxStyle/>
      <a:tcStyle>
        <a:tcBdr/>
      </a:tcStyle>
    </a:band2H>
    <a:band1V>
      <a:tcTxStyle/>
      <a:tcStyle>
        <a:tcBdr/>
        <a:fill>
          <a:solidFill>
            <a:schemeClr val="accent6">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12700" cap="flat" cmpd="sng">
              <a:solidFill>
                <a:schemeClr val="accent6"/>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12700" cap="flat" cmpd="sng">
              <a:solidFill>
                <a:schemeClr val="accent6"/>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4660"/>
  </p:normalViewPr>
  <p:slideViewPr>
    <p:cSldViewPr snapToGrid="0">
      <p:cViewPr varScale="1">
        <p:scale>
          <a:sx n="61" d="100"/>
          <a:sy n="61" d="100"/>
        </p:scale>
        <p:origin x="264" y="78"/>
      </p:cViewPr>
      <p:guideLst>
        <p:guide orient="horz" pos="3792"/>
        <p:guide pos="528"/>
        <p:guide pos="7128"/>
        <p:guide orient="horz" pos="2808"/>
        <p:guide pos="2976"/>
        <p:guide orient="horz" pos="9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35"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a:t>Revenue of FY23 &amp; FY24(in Mn)</a:t>
            </a:r>
          </a:p>
        </c:rich>
      </c:tx>
      <c:layout>
        <c:manualLayout>
          <c:xMode val="edge"/>
          <c:yMode val="edge"/>
          <c:x val="0.17425573797956109"/>
          <c:y val="2.712339060254473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6">
                    <a:tint val="77000"/>
                    <a:tint val="100000"/>
                    <a:shade val="100000"/>
                    <a:satMod val="130000"/>
                  </a:schemeClr>
                </a:gs>
                <a:gs pos="100000">
                  <a:schemeClr val="accent6">
                    <a:tint val="7700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Sheet2!$A$4:$B$4</c:f>
              <c:strCache>
                <c:ptCount val="2"/>
                <c:pt idx="0">
                  <c:v>Total Revenues</c:v>
                </c:pt>
                <c:pt idx="1">
                  <c:v>Rs m</c:v>
                </c:pt>
              </c:strCache>
            </c:strRef>
          </c:cat>
          <c:val>
            <c:numRef>
              <c:f>Sheet2!$C$4</c:f>
              <c:numCache>
                <c:formatCode>#,##0</c:formatCode>
                <c:ptCount val="1"/>
                <c:pt idx="0">
                  <c:v>51740</c:v>
                </c:pt>
              </c:numCache>
            </c:numRef>
          </c:val>
          <c:extLst>
            <c:ext xmlns:c16="http://schemas.microsoft.com/office/drawing/2014/chart" uri="{C3380CC4-5D6E-409C-BE32-E72D297353CC}">
              <c16:uniqueId val="{00000000-4CC5-4E7C-A7F5-A6D9C42182A5}"/>
            </c:ext>
          </c:extLst>
        </c:ser>
        <c:ser>
          <c:idx val="1"/>
          <c:order val="1"/>
          <c:spPr>
            <a:gradFill rotWithShape="1">
              <a:gsLst>
                <a:gs pos="0">
                  <a:schemeClr val="accent6">
                    <a:shade val="76000"/>
                    <a:tint val="100000"/>
                    <a:shade val="100000"/>
                    <a:satMod val="130000"/>
                  </a:schemeClr>
                </a:gs>
                <a:gs pos="100000">
                  <a:schemeClr val="accent6">
                    <a:shade val="7600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Sheet2!$A$4:$B$4</c:f>
              <c:strCache>
                <c:ptCount val="2"/>
                <c:pt idx="0">
                  <c:v>Total Revenues</c:v>
                </c:pt>
                <c:pt idx="1">
                  <c:v>Rs m</c:v>
                </c:pt>
              </c:strCache>
            </c:strRef>
          </c:cat>
          <c:val>
            <c:numRef>
              <c:f>Sheet2!$D$4</c:f>
              <c:numCache>
                <c:formatCode>#,##0</c:formatCode>
                <c:ptCount val="1"/>
                <c:pt idx="0">
                  <c:v>64156</c:v>
                </c:pt>
              </c:numCache>
            </c:numRef>
          </c:val>
          <c:extLst>
            <c:ext xmlns:c16="http://schemas.microsoft.com/office/drawing/2014/chart" uri="{C3380CC4-5D6E-409C-BE32-E72D297353CC}">
              <c16:uniqueId val="{00000001-4CC5-4E7C-A7F5-A6D9C42182A5}"/>
            </c:ext>
          </c:extLst>
        </c:ser>
        <c:dLbls>
          <c:dLblPos val="outEnd"/>
          <c:showLegendKey val="0"/>
          <c:showVal val="1"/>
          <c:showCatName val="0"/>
          <c:showSerName val="0"/>
          <c:showPercent val="0"/>
          <c:showBubbleSize val="0"/>
        </c:dLbls>
        <c:gapWidth val="100"/>
        <c:overlap val="-24"/>
        <c:axId val="1142653615"/>
        <c:axId val="1142653135"/>
      </c:barChart>
      <c:catAx>
        <c:axId val="1142653615"/>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42653135"/>
        <c:crosses val="autoZero"/>
        <c:auto val="1"/>
        <c:lblAlgn val="ctr"/>
        <c:lblOffset val="100"/>
        <c:noMultiLvlLbl val="0"/>
      </c:catAx>
      <c:valAx>
        <c:axId val="114265313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114265361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r>
              <a:rPr lang="en-US" b="1" dirty="0"/>
              <a:t>Orders Received in Fy23 &amp; FY24(in Mn)</a:t>
            </a:r>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Sheet2!$A$9:$B$9</c:f>
              <c:strCache>
                <c:ptCount val="2"/>
                <c:pt idx="0">
                  <c:v>Number of orders</c:v>
                </c:pt>
                <c:pt idx="1">
                  <c:v>Rs m</c:v>
                </c:pt>
              </c:strCache>
            </c:strRef>
          </c:tx>
          <c:spPr>
            <a:gradFill rotWithShape="1">
              <a:gsLst>
                <a:gs pos="0">
                  <a:schemeClr val="accent6">
                    <a:tint val="100000"/>
                    <a:shade val="100000"/>
                    <a:satMod val="130000"/>
                  </a:schemeClr>
                </a:gs>
                <a:gs pos="100000">
                  <a:schemeClr val="accent6">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Sheet2!$C$9:$D$9</c:f>
              <c:numCache>
                <c:formatCode>General</c:formatCode>
                <c:ptCount val="2"/>
                <c:pt idx="0">
                  <c:v>34.799999999999997</c:v>
                </c:pt>
                <c:pt idx="1">
                  <c:v>41.7</c:v>
                </c:pt>
              </c:numCache>
            </c:numRef>
          </c:val>
          <c:extLst>
            <c:ext xmlns:c16="http://schemas.microsoft.com/office/drawing/2014/chart" uri="{C3380CC4-5D6E-409C-BE32-E72D297353CC}">
              <c16:uniqueId val="{00000000-3801-4371-85E6-BB9937FF64E4}"/>
            </c:ext>
          </c:extLst>
        </c:ser>
        <c:dLbls>
          <c:dLblPos val="inEnd"/>
          <c:showLegendKey val="0"/>
          <c:showVal val="1"/>
          <c:showCatName val="0"/>
          <c:showSerName val="0"/>
          <c:showPercent val="0"/>
          <c:showBubbleSize val="0"/>
        </c:dLbls>
        <c:gapWidth val="115"/>
        <c:overlap val="-20"/>
        <c:axId val="1142646415"/>
        <c:axId val="1142632495"/>
      </c:barChart>
      <c:catAx>
        <c:axId val="1142646415"/>
        <c:scaling>
          <c:orientation val="minMax"/>
        </c:scaling>
        <c:delete val="1"/>
        <c:axPos val="l"/>
        <c:numFmt formatCode="@" sourceLinked="0"/>
        <c:majorTickMark val="none"/>
        <c:minorTickMark val="none"/>
        <c:tickLblPos val="nextTo"/>
        <c:crossAx val="1142632495"/>
        <c:crosses val="autoZero"/>
        <c:auto val="0"/>
        <c:lblAlgn val="ctr"/>
        <c:lblOffset val="100"/>
        <c:noMultiLvlLbl val="0"/>
      </c:catAx>
      <c:valAx>
        <c:axId val="1142632495"/>
        <c:scaling>
          <c:orientation val="minMax"/>
        </c:scaling>
        <c:delete val="1"/>
        <c:axPos val="b"/>
        <c:numFmt formatCode="General" sourceLinked="1"/>
        <c:majorTickMark val="none"/>
        <c:minorTickMark val="none"/>
        <c:tickLblPos val="nextTo"/>
        <c:crossAx val="114264641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6">
  <a:schemeClr val="accent6"/>
</cs:colorStyle>
</file>

<file path=ppt/charts/colors2.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colors1.xml><?xml version="1.0" encoding="utf-8"?>
<dgm:colorsDef xmlns:dgm="http://schemas.openxmlformats.org/drawingml/2006/diagram" xmlns:a="http://schemas.openxmlformats.org/drawingml/2006/main" uniqueId="urn:microsoft.com/office/officeart/2005/8/colors/accent6_3">
  <dgm:title val=""/>
  <dgm:desc val=""/>
  <dgm:catLst>
    <dgm:cat type="accent6" pri="11300"/>
  </dgm:catLst>
  <dgm:styleLbl name="node0">
    <dgm:fillClrLst meth="repeat">
      <a:schemeClr val="accent6">
        <a:shade val="80000"/>
      </a:schemeClr>
    </dgm:fillClrLst>
    <dgm:linClrLst meth="repeat">
      <a:schemeClr val="lt1"/>
    </dgm:linClrLst>
    <dgm:effectClrLst/>
    <dgm:txLinClrLst/>
    <dgm:txFillClrLst/>
    <dgm:txEffectClrLst/>
  </dgm:styleLbl>
  <dgm:styleLbl name="node1">
    <dgm:fillClrLst>
      <a:schemeClr val="accent6">
        <a:shade val="80000"/>
      </a:schemeClr>
      <a:schemeClr val="accent6">
        <a:tint val="70000"/>
      </a:schemeClr>
    </dgm:fillClrLst>
    <dgm:linClrLst meth="repeat">
      <a:schemeClr val="lt1"/>
    </dgm:linClrLst>
    <dgm:effectClrLst/>
    <dgm:txLinClrLst/>
    <dgm:txFillClrLst/>
    <dgm:txEffectClrLst/>
  </dgm:styleLbl>
  <dgm:styleLbl name="alignNode1">
    <dgm:fillClrLst>
      <a:schemeClr val="accent6">
        <a:shade val="80000"/>
      </a:schemeClr>
      <a:schemeClr val="accent6">
        <a:tint val="70000"/>
      </a:schemeClr>
    </dgm:fillClrLst>
    <dgm:linClrLst>
      <a:schemeClr val="accent6">
        <a:shade val="80000"/>
      </a:schemeClr>
      <a:schemeClr val="accent6">
        <a:tint val="70000"/>
      </a:schemeClr>
    </dgm:linClrLst>
    <dgm:effectClrLst/>
    <dgm:txLinClrLst/>
    <dgm:txFillClrLst/>
    <dgm:txEffectClrLst/>
  </dgm:styleLbl>
  <dgm:styleLbl name="lnNode1">
    <dgm:fillClrLst>
      <a:schemeClr val="accent6">
        <a:shade val="80000"/>
      </a:schemeClr>
      <a:schemeClr val="accent6">
        <a:tint val="7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tint val="70000"/>
        <a:alpha val="50000"/>
      </a:schemeClr>
    </dgm:fillClrLst>
    <dgm:linClrLst meth="repeat">
      <a:schemeClr val="lt1"/>
    </dgm:linClrLst>
    <dgm:effectClrLst/>
    <dgm:txLinClrLst/>
    <dgm:txFillClrLst/>
    <dgm:txEffectClrLst/>
  </dgm:styleLbl>
  <dgm:styleLbl name="node2">
    <dgm:fillClrLst>
      <a:schemeClr val="accent6">
        <a:tint val="99000"/>
      </a:schemeClr>
    </dgm:fillClrLst>
    <dgm:linClrLst meth="repeat">
      <a:schemeClr val="lt1"/>
    </dgm:linClrLst>
    <dgm:effectClrLst/>
    <dgm:txLinClrLst/>
    <dgm:txFillClrLst/>
    <dgm:txEffectClrLst/>
  </dgm:styleLbl>
  <dgm:styleLbl name="node3">
    <dgm:fillClrLst>
      <a:schemeClr val="accent6">
        <a:tint val="80000"/>
      </a:schemeClr>
    </dgm:fillClrLst>
    <dgm:linClrLst meth="repeat">
      <a:schemeClr val="lt1"/>
    </dgm:linClrLst>
    <dgm:effectClrLst/>
    <dgm:txLinClrLst/>
    <dgm:txFillClrLst/>
    <dgm:txEffectClrLst/>
  </dgm:styleLbl>
  <dgm:styleLbl name="node4">
    <dgm:fillClrLst>
      <a:schemeClr val="accent6">
        <a:tint val="70000"/>
      </a:schemeClr>
    </dgm:fillClrLst>
    <dgm:linClrLst meth="repeat">
      <a:schemeClr val="lt1"/>
    </dgm:linClrLst>
    <dgm:effectClrLst/>
    <dgm:txLinClrLst/>
    <dgm:txFillClrLst/>
    <dgm:txEffectClrLst/>
  </dgm:styleLbl>
  <dgm:styleLbl name="f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dgm:txEffectClrLst/>
  </dgm:styleLbl>
  <dgm:styleLbl name="f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bgSibTrans2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lt1"/>
    </dgm:txFillClrLst>
    <dgm:txEffectClrLst/>
  </dgm:styleLbl>
  <dgm:styleLbl name="sibTrans1D1">
    <dgm:fillClrLst>
      <a:schemeClr val="accent6">
        <a:shade val="90000"/>
      </a:schemeClr>
      <a:schemeClr val="accent6">
        <a:tint val="70000"/>
      </a:schemeClr>
    </dgm:fillClrLst>
    <dgm:linClrLst>
      <a:schemeClr val="accent6">
        <a:shade val="90000"/>
      </a:schemeClr>
      <a:schemeClr val="accent6">
        <a:tint val="7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shade val="80000"/>
      </a:schemeClr>
    </dgm:fillClrLst>
    <dgm:linClrLst meth="repeat">
      <a:schemeClr val="lt1"/>
    </dgm:linClrLst>
    <dgm:effectClrLst/>
    <dgm:txLinClrLst/>
    <dgm:txFillClrLst/>
    <dgm:txEffectClrLst/>
  </dgm:styleLbl>
  <dgm:styleLbl name="asst1">
    <dgm:fillClrLst meth="repeat">
      <a:schemeClr val="accent6">
        <a:shade val="80000"/>
      </a:schemeClr>
    </dgm:fillClrLst>
    <dgm:linClrLst meth="repeat">
      <a:schemeClr val="lt1"/>
    </dgm:linClrLst>
    <dgm:effectClrLst/>
    <dgm:txLinClrLst/>
    <dgm:txFillClrLst/>
    <dgm:txEffectClrLst/>
  </dgm:styleLbl>
  <dgm:styleLbl name="asst2">
    <dgm:fillClrLst>
      <a:schemeClr val="accent6">
        <a:tint val="99000"/>
      </a:schemeClr>
    </dgm:fillClrLst>
    <dgm:linClrLst meth="repeat">
      <a:schemeClr val="lt1"/>
    </dgm:linClrLst>
    <dgm:effectClrLst/>
    <dgm:txLinClrLst/>
    <dgm:txFillClrLst/>
    <dgm:txEffectClrLst/>
  </dgm:styleLbl>
  <dgm:styleLbl name="asst3">
    <dgm:fillClrLst>
      <a:schemeClr val="accent6">
        <a:tint val="80000"/>
      </a:schemeClr>
    </dgm:fillClrLst>
    <dgm:linClrLst meth="repeat">
      <a:schemeClr val="lt1"/>
    </dgm:linClrLst>
    <dgm:effectClrLst/>
    <dgm:txLinClrLst/>
    <dgm:txFillClrLst/>
    <dgm:txEffectClrLst/>
  </dgm:styleLbl>
  <dgm:styleLbl name="asst4">
    <dgm:fillClrLst>
      <a:schemeClr val="accent6">
        <a:tint val="70000"/>
      </a:schemeClr>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lt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9000"/>
      </a:schemeClr>
    </dgm:fillClrLst>
    <dgm:linClrLst meth="repeat">
      <a:schemeClr val="accent6">
        <a:tint val="99000"/>
      </a:schemeClr>
    </dgm:linClrLst>
    <dgm:effectClrLst/>
    <dgm:txLinClrLst/>
    <dgm:txFillClrLst meth="repeat">
      <a:schemeClr val="tx1"/>
    </dgm:txFillClrLst>
    <dgm:txEffectClrLst/>
  </dgm:styleLbl>
  <dgm:styleLbl name="parChTrans1D3">
    <dgm:fillClrLst meth="repeat">
      <a:schemeClr val="accent6">
        <a:tint val="80000"/>
      </a:schemeClr>
    </dgm:fillClrLst>
    <dgm:linClrLst meth="repeat">
      <a:schemeClr val="accent6">
        <a:tint val="80000"/>
      </a:schemeClr>
    </dgm:linClrLst>
    <dgm:effectClrLst/>
    <dgm:txLinClrLst/>
    <dgm:txFillClrLst meth="repeat">
      <a:schemeClr val="tx1"/>
    </dgm:txFillClrLst>
    <dgm:txEffectClrLst/>
  </dgm:styleLbl>
  <dgm:styleLbl name="parChTrans1D4">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6">
        <a:shade val="80000"/>
      </a:schemeClr>
      <a:schemeClr val="accent6">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57FE52-B67E-497A-AF06-8C4E4A6323A2}" type="doc">
      <dgm:prSet loTypeId="urn:microsoft.com/office/officeart/2005/8/layout/cycle4" loCatId="cycle" qsTypeId="urn:microsoft.com/office/officeart/2005/8/quickstyle/simple1" qsCatId="simple" csTypeId="urn:microsoft.com/office/officeart/2005/8/colors/accent6_3" csCatId="accent6" phldr="1"/>
      <dgm:spPr/>
      <dgm:t>
        <a:bodyPr/>
        <a:lstStyle/>
        <a:p>
          <a:endParaRPr lang="en-US"/>
        </a:p>
      </dgm:t>
    </dgm:pt>
    <dgm:pt modelId="{DB0E7058-30B1-4046-B90F-A9C9448DA0BC}">
      <dgm:prSet phldrT="[Text]"/>
      <dgm:spPr/>
      <dgm:t>
        <a:bodyPr/>
        <a:lstStyle/>
        <a:p>
          <a:r>
            <a:rPr lang="en-US" b="1" dirty="0"/>
            <a:t>Strength</a:t>
          </a:r>
        </a:p>
      </dgm:t>
    </dgm:pt>
    <dgm:pt modelId="{F2830A48-A5F8-4045-87E8-2CB11D4BA62C}" type="parTrans" cxnId="{863D2B97-1FC9-494D-8F34-B5251071A979}">
      <dgm:prSet/>
      <dgm:spPr/>
      <dgm:t>
        <a:bodyPr/>
        <a:lstStyle/>
        <a:p>
          <a:endParaRPr lang="en-US"/>
        </a:p>
      </dgm:t>
    </dgm:pt>
    <dgm:pt modelId="{30339CF0-9EBD-4FCA-AAEF-65F0FFC84F61}" type="sibTrans" cxnId="{863D2B97-1FC9-494D-8F34-B5251071A979}">
      <dgm:prSet/>
      <dgm:spPr/>
      <dgm:t>
        <a:bodyPr/>
        <a:lstStyle/>
        <a:p>
          <a:endParaRPr lang="en-US"/>
        </a:p>
      </dgm:t>
    </dgm:pt>
    <dgm:pt modelId="{50F9F5F7-460B-4B01-BE26-D17E6BED09B5}">
      <dgm:prSet phldrT="[Text]"/>
      <dgm:spPr/>
      <dgm:t>
        <a:bodyPr/>
        <a:lstStyle/>
        <a:p>
          <a:r>
            <a:rPr lang="en-US" b="1" dirty="0"/>
            <a:t>Weakness</a:t>
          </a:r>
        </a:p>
      </dgm:t>
    </dgm:pt>
    <dgm:pt modelId="{3637029F-06CE-47E6-96CE-840FE0417A8F}" type="parTrans" cxnId="{34EB6137-7AFF-4DDA-B5E1-D4355BBFD54A}">
      <dgm:prSet/>
      <dgm:spPr/>
      <dgm:t>
        <a:bodyPr/>
        <a:lstStyle/>
        <a:p>
          <a:endParaRPr lang="en-US"/>
        </a:p>
      </dgm:t>
    </dgm:pt>
    <dgm:pt modelId="{554F7F93-CD0F-466E-843E-2081900664B2}" type="sibTrans" cxnId="{34EB6137-7AFF-4DDA-B5E1-D4355BBFD54A}">
      <dgm:prSet/>
      <dgm:spPr/>
      <dgm:t>
        <a:bodyPr/>
        <a:lstStyle/>
        <a:p>
          <a:endParaRPr lang="en-US"/>
        </a:p>
      </dgm:t>
    </dgm:pt>
    <dgm:pt modelId="{5D90C828-B72D-4A14-939A-CEE0D894C37E}">
      <dgm:prSet phldrT="[Text]"/>
      <dgm:spPr/>
      <dgm:t>
        <a:bodyPr/>
        <a:lstStyle/>
        <a:p>
          <a:r>
            <a:rPr lang="en-US" b="1" dirty="0"/>
            <a:t>High competition</a:t>
          </a:r>
        </a:p>
      </dgm:t>
    </dgm:pt>
    <dgm:pt modelId="{389B9979-87E3-47EB-A934-E6D6A8D73150}" type="parTrans" cxnId="{7B4176DB-64BA-45DD-8874-B79248B80ECB}">
      <dgm:prSet/>
      <dgm:spPr/>
      <dgm:t>
        <a:bodyPr/>
        <a:lstStyle/>
        <a:p>
          <a:endParaRPr lang="en-US"/>
        </a:p>
      </dgm:t>
    </dgm:pt>
    <dgm:pt modelId="{8F4AC3A9-F51B-48A7-ADAA-24E88E1103F1}" type="sibTrans" cxnId="{7B4176DB-64BA-45DD-8874-B79248B80ECB}">
      <dgm:prSet/>
      <dgm:spPr/>
      <dgm:t>
        <a:bodyPr/>
        <a:lstStyle/>
        <a:p>
          <a:endParaRPr lang="en-US"/>
        </a:p>
      </dgm:t>
    </dgm:pt>
    <dgm:pt modelId="{28EC4205-BCE5-471A-99BA-6AF8D8462173}">
      <dgm:prSet phldrT="[Text]"/>
      <dgm:spPr/>
      <dgm:t>
        <a:bodyPr/>
        <a:lstStyle/>
        <a:p>
          <a:r>
            <a:rPr lang="en-US" b="1" dirty="0"/>
            <a:t>Threats</a:t>
          </a:r>
        </a:p>
      </dgm:t>
    </dgm:pt>
    <dgm:pt modelId="{152C2587-33E3-4151-8AED-E53DBB3AA170}" type="parTrans" cxnId="{2584FD8A-C3A4-4524-82CE-948DA10EBF6D}">
      <dgm:prSet/>
      <dgm:spPr/>
      <dgm:t>
        <a:bodyPr/>
        <a:lstStyle/>
        <a:p>
          <a:endParaRPr lang="en-US"/>
        </a:p>
      </dgm:t>
    </dgm:pt>
    <dgm:pt modelId="{5F6DCD1E-861D-43D7-9B61-5DD776E69477}" type="sibTrans" cxnId="{2584FD8A-C3A4-4524-82CE-948DA10EBF6D}">
      <dgm:prSet/>
      <dgm:spPr/>
      <dgm:t>
        <a:bodyPr/>
        <a:lstStyle/>
        <a:p>
          <a:endParaRPr lang="en-US"/>
        </a:p>
      </dgm:t>
    </dgm:pt>
    <dgm:pt modelId="{D3962E3B-9124-4C49-AB42-25F75C2B2767}">
      <dgm:prSet phldrT="[Text]"/>
      <dgm:spPr/>
      <dgm:t>
        <a:bodyPr/>
        <a:lstStyle/>
        <a:p>
          <a:r>
            <a:rPr lang="en-US" b="1" dirty="0"/>
            <a:t>Increasing competition</a:t>
          </a:r>
        </a:p>
      </dgm:t>
    </dgm:pt>
    <dgm:pt modelId="{B1D64B3A-221D-40C1-96DA-42A37ACFD7F1}" type="parTrans" cxnId="{03A4198A-B832-4DEA-9850-72386DDEBAA6}">
      <dgm:prSet/>
      <dgm:spPr/>
      <dgm:t>
        <a:bodyPr/>
        <a:lstStyle/>
        <a:p>
          <a:endParaRPr lang="en-US"/>
        </a:p>
      </dgm:t>
    </dgm:pt>
    <dgm:pt modelId="{3D5E86FF-7DE4-4D54-A9CC-D3E9C8AB7B12}" type="sibTrans" cxnId="{03A4198A-B832-4DEA-9850-72386DDEBAA6}">
      <dgm:prSet/>
      <dgm:spPr/>
      <dgm:t>
        <a:bodyPr/>
        <a:lstStyle/>
        <a:p>
          <a:endParaRPr lang="en-US"/>
        </a:p>
      </dgm:t>
    </dgm:pt>
    <dgm:pt modelId="{F9D8615D-71A7-467C-846B-32FFD60D6F5E}">
      <dgm:prSet phldrT="[Text]"/>
      <dgm:spPr/>
      <dgm:t>
        <a:bodyPr/>
        <a:lstStyle/>
        <a:p>
          <a:pPr>
            <a:buFont typeface="Arial" panose="020B0604020202020204" pitchFamily="34" charset="0"/>
            <a:buChar char="•"/>
          </a:pPr>
          <a:r>
            <a:rPr lang="en-US" b="1" dirty="0"/>
            <a:t>Strong social media presence</a:t>
          </a:r>
        </a:p>
      </dgm:t>
    </dgm:pt>
    <dgm:pt modelId="{71274F5B-78F1-439D-8505-51DC58355DFC}" type="parTrans" cxnId="{743BDE34-6179-4394-890F-F346164F4A28}">
      <dgm:prSet/>
      <dgm:spPr/>
      <dgm:t>
        <a:bodyPr/>
        <a:lstStyle/>
        <a:p>
          <a:endParaRPr lang="en-US"/>
        </a:p>
      </dgm:t>
    </dgm:pt>
    <dgm:pt modelId="{B79A6D1F-F6B6-4F46-8F5C-03B174AC7813}" type="sibTrans" cxnId="{743BDE34-6179-4394-890F-F346164F4A28}">
      <dgm:prSet/>
      <dgm:spPr/>
      <dgm:t>
        <a:bodyPr/>
        <a:lstStyle/>
        <a:p>
          <a:endParaRPr lang="en-US"/>
        </a:p>
      </dgm:t>
    </dgm:pt>
    <dgm:pt modelId="{4CD0FF6B-74DE-4F3C-915B-EAB754E10BB2}">
      <dgm:prSet phldrT="[Text]"/>
      <dgm:spPr/>
      <dgm:t>
        <a:bodyPr/>
        <a:lstStyle/>
        <a:p>
          <a:pPr>
            <a:buFont typeface="Arial" panose="020B0604020202020204" pitchFamily="34" charset="0"/>
            <a:buChar char="•"/>
          </a:pPr>
          <a:r>
            <a:rPr lang="en-US" b="1" dirty="0"/>
            <a:t>Wide product range</a:t>
          </a:r>
        </a:p>
      </dgm:t>
    </dgm:pt>
    <dgm:pt modelId="{58897291-F953-4E4F-8B68-AD17FCA68BB4}" type="parTrans" cxnId="{F4414DEB-DF98-407B-9920-1300E25DFAF3}">
      <dgm:prSet/>
      <dgm:spPr/>
      <dgm:t>
        <a:bodyPr/>
        <a:lstStyle/>
        <a:p>
          <a:endParaRPr lang="en-US"/>
        </a:p>
      </dgm:t>
    </dgm:pt>
    <dgm:pt modelId="{2B9ED1DF-0C90-4D0D-B848-2EAA2282905A}" type="sibTrans" cxnId="{F4414DEB-DF98-407B-9920-1300E25DFAF3}">
      <dgm:prSet/>
      <dgm:spPr/>
      <dgm:t>
        <a:bodyPr/>
        <a:lstStyle/>
        <a:p>
          <a:endParaRPr lang="en-US"/>
        </a:p>
      </dgm:t>
    </dgm:pt>
    <dgm:pt modelId="{854D1CEF-183B-485B-8D40-09735347574E}">
      <dgm:prSet phldrT="[Text]"/>
      <dgm:spPr/>
      <dgm:t>
        <a:bodyPr/>
        <a:lstStyle/>
        <a:p>
          <a:pPr>
            <a:buFont typeface="Arial" panose="020B0604020202020204" pitchFamily="34" charset="0"/>
            <a:buChar char="•"/>
          </a:pPr>
          <a:r>
            <a:rPr lang="en-US" b="1" dirty="0"/>
            <a:t>Influencers partnership</a:t>
          </a:r>
        </a:p>
      </dgm:t>
    </dgm:pt>
    <dgm:pt modelId="{CB60CBF9-1845-4899-A028-D5EF15590222}" type="parTrans" cxnId="{EE8D9F96-A819-40C9-A49B-9C635C195A0D}">
      <dgm:prSet/>
      <dgm:spPr/>
      <dgm:t>
        <a:bodyPr/>
        <a:lstStyle/>
        <a:p>
          <a:endParaRPr lang="en-US"/>
        </a:p>
      </dgm:t>
    </dgm:pt>
    <dgm:pt modelId="{64C3A856-009F-4C94-8E40-026CD36CA1C6}" type="sibTrans" cxnId="{EE8D9F96-A819-40C9-A49B-9C635C195A0D}">
      <dgm:prSet/>
      <dgm:spPr/>
      <dgm:t>
        <a:bodyPr/>
        <a:lstStyle/>
        <a:p>
          <a:endParaRPr lang="en-US"/>
        </a:p>
      </dgm:t>
    </dgm:pt>
    <dgm:pt modelId="{20BAB232-6246-4CAB-8A81-3D0F442849CF}">
      <dgm:prSet phldrT="[Text]"/>
      <dgm:spPr/>
      <dgm:t>
        <a:bodyPr/>
        <a:lstStyle/>
        <a:p>
          <a:r>
            <a:rPr lang="en-US" b="1" dirty="0"/>
            <a:t>Dependence on third party</a:t>
          </a:r>
        </a:p>
      </dgm:t>
    </dgm:pt>
    <dgm:pt modelId="{85910A15-ECAA-4886-B4E7-DFA952EE961E}" type="parTrans" cxnId="{9DBB9464-42F3-435E-BF75-7AF553075AA3}">
      <dgm:prSet/>
      <dgm:spPr/>
      <dgm:t>
        <a:bodyPr/>
        <a:lstStyle/>
        <a:p>
          <a:endParaRPr lang="en-US"/>
        </a:p>
      </dgm:t>
    </dgm:pt>
    <dgm:pt modelId="{C540521B-CAFD-49FF-93A1-9F98ED123BFB}" type="sibTrans" cxnId="{9DBB9464-42F3-435E-BF75-7AF553075AA3}">
      <dgm:prSet/>
      <dgm:spPr/>
      <dgm:t>
        <a:bodyPr/>
        <a:lstStyle/>
        <a:p>
          <a:endParaRPr lang="en-US"/>
        </a:p>
      </dgm:t>
    </dgm:pt>
    <dgm:pt modelId="{4AAA1A4D-3186-4907-AA3B-1F7FE9C73D3B}">
      <dgm:prSet phldrT="[Text]"/>
      <dgm:spPr/>
      <dgm:t>
        <a:bodyPr/>
        <a:lstStyle/>
        <a:p>
          <a:r>
            <a:rPr lang="en-US" b="1" dirty="0"/>
            <a:t>Customer support and management</a:t>
          </a:r>
        </a:p>
      </dgm:t>
    </dgm:pt>
    <dgm:pt modelId="{F7FDD8E9-805D-4D85-AD6B-77EB03B06A00}" type="parTrans" cxnId="{F2B3CABB-0865-436D-BC7B-1AB7FC0E0BB0}">
      <dgm:prSet/>
      <dgm:spPr/>
      <dgm:t>
        <a:bodyPr/>
        <a:lstStyle/>
        <a:p>
          <a:endParaRPr lang="en-US"/>
        </a:p>
      </dgm:t>
    </dgm:pt>
    <dgm:pt modelId="{14CFF18D-9665-4160-B128-F011CCB6EA96}" type="sibTrans" cxnId="{F2B3CABB-0865-436D-BC7B-1AB7FC0E0BB0}">
      <dgm:prSet/>
      <dgm:spPr/>
      <dgm:t>
        <a:bodyPr/>
        <a:lstStyle/>
        <a:p>
          <a:endParaRPr lang="en-US"/>
        </a:p>
      </dgm:t>
    </dgm:pt>
    <dgm:pt modelId="{3BE35D46-EE2B-4C86-9FCA-CCDCCD35189A}">
      <dgm:prSet phldrT="[Text]"/>
      <dgm:spPr/>
      <dgm:t>
        <a:bodyPr/>
        <a:lstStyle/>
        <a:p>
          <a:r>
            <a:rPr lang="en-US" b="1" dirty="0"/>
            <a:t>Opportunities</a:t>
          </a:r>
        </a:p>
      </dgm:t>
    </dgm:pt>
    <dgm:pt modelId="{1AFA1C6A-58A7-4B7B-812B-7743AFEF52C9}" type="sibTrans" cxnId="{2D83F142-A746-4C78-828D-78EBBA89D7C2}">
      <dgm:prSet/>
      <dgm:spPr/>
      <dgm:t>
        <a:bodyPr/>
        <a:lstStyle/>
        <a:p>
          <a:endParaRPr lang="en-US"/>
        </a:p>
      </dgm:t>
    </dgm:pt>
    <dgm:pt modelId="{CC972E4A-52DC-4F5A-8519-0D036287B306}" type="parTrans" cxnId="{2D83F142-A746-4C78-828D-78EBBA89D7C2}">
      <dgm:prSet/>
      <dgm:spPr/>
      <dgm:t>
        <a:bodyPr/>
        <a:lstStyle/>
        <a:p>
          <a:endParaRPr lang="en-US"/>
        </a:p>
      </dgm:t>
    </dgm:pt>
    <dgm:pt modelId="{264B6265-DED0-4457-BCED-4726D482EB28}">
      <dgm:prSet phldrT="[Text]"/>
      <dgm:spPr/>
      <dgm:t>
        <a:bodyPr/>
        <a:lstStyle/>
        <a:p>
          <a:r>
            <a:rPr lang="en-US" b="1" dirty="0"/>
            <a:t>Men grooming</a:t>
          </a:r>
        </a:p>
      </dgm:t>
    </dgm:pt>
    <dgm:pt modelId="{1438CD54-A6AF-45B2-B87A-9B70EDA56409}" type="sibTrans" cxnId="{559380A9-4153-4290-B672-8575890473A4}">
      <dgm:prSet/>
      <dgm:spPr/>
      <dgm:t>
        <a:bodyPr/>
        <a:lstStyle/>
        <a:p>
          <a:endParaRPr lang="en-US"/>
        </a:p>
      </dgm:t>
    </dgm:pt>
    <dgm:pt modelId="{CC3D5897-9864-4C9E-96E5-C5E47A4DF2CE}" type="parTrans" cxnId="{559380A9-4153-4290-B672-8575890473A4}">
      <dgm:prSet/>
      <dgm:spPr/>
      <dgm:t>
        <a:bodyPr/>
        <a:lstStyle/>
        <a:p>
          <a:endParaRPr lang="en-US"/>
        </a:p>
      </dgm:t>
    </dgm:pt>
    <dgm:pt modelId="{C4E64CAE-6267-4001-94D8-18323511E2FC}">
      <dgm:prSet phldrT="[Text]"/>
      <dgm:spPr/>
      <dgm:t>
        <a:bodyPr/>
        <a:lstStyle/>
        <a:p>
          <a:r>
            <a:rPr lang="en-US" b="1" dirty="0"/>
            <a:t>Geographical expansion</a:t>
          </a:r>
        </a:p>
      </dgm:t>
    </dgm:pt>
    <dgm:pt modelId="{6B77DB6A-3047-4672-8773-00D1798A5A32}" type="parTrans" cxnId="{C30BFCC2-EB35-4925-9085-8EDD8EB66707}">
      <dgm:prSet/>
      <dgm:spPr/>
      <dgm:t>
        <a:bodyPr/>
        <a:lstStyle/>
        <a:p>
          <a:endParaRPr lang="en-US"/>
        </a:p>
      </dgm:t>
    </dgm:pt>
    <dgm:pt modelId="{DDF7C3B5-3336-44C0-B187-D3B818759E88}" type="sibTrans" cxnId="{C30BFCC2-EB35-4925-9085-8EDD8EB66707}">
      <dgm:prSet/>
      <dgm:spPr/>
      <dgm:t>
        <a:bodyPr/>
        <a:lstStyle/>
        <a:p>
          <a:endParaRPr lang="en-US"/>
        </a:p>
      </dgm:t>
    </dgm:pt>
    <dgm:pt modelId="{1A61DCBE-0B52-41F7-84B5-9E50EF7D77D0}">
      <dgm:prSet phldrT="[Text]"/>
      <dgm:spPr/>
      <dgm:t>
        <a:bodyPr/>
        <a:lstStyle/>
        <a:p>
          <a:r>
            <a:rPr lang="en-US" b="1" dirty="0"/>
            <a:t>Introducing new product categories</a:t>
          </a:r>
        </a:p>
      </dgm:t>
    </dgm:pt>
    <dgm:pt modelId="{19304C43-ECC6-4E85-A00E-D29AE022F844}" type="parTrans" cxnId="{924FEC84-70CD-4F9F-BCA7-8310F9AEC357}">
      <dgm:prSet/>
      <dgm:spPr/>
      <dgm:t>
        <a:bodyPr/>
        <a:lstStyle/>
        <a:p>
          <a:endParaRPr lang="en-US"/>
        </a:p>
      </dgm:t>
    </dgm:pt>
    <dgm:pt modelId="{BAE17286-4DDB-469E-A4A9-D7F127345289}" type="sibTrans" cxnId="{924FEC84-70CD-4F9F-BCA7-8310F9AEC357}">
      <dgm:prSet/>
      <dgm:spPr/>
      <dgm:t>
        <a:bodyPr/>
        <a:lstStyle/>
        <a:p>
          <a:endParaRPr lang="en-US"/>
        </a:p>
      </dgm:t>
    </dgm:pt>
    <dgm:pt modelId="{B6722C7D-D499-46EB-AFAB-419861522495}">
      <dgm:prSet phldrT="[Text]"/>
      <dgm:spPr/>
      <dgm:t>
        <a:bodyPr/>
        <a:lstStyle/>
        <a:p>
          <a:r>
            <a:rPr lang="en-US" b="1" dirty="0"/>
            <a:t>Organic products</a:t>
          </a:r>
        </a:p>
      </dgm:t>
    </dgm:pt>
    <dgm:pt modelId="{0D02620D-C60B-44EE-85A8-BD5AB6DFA856}" type="parTrans" cxnId="{A8767BF4-6342-4431-91CB-EFD200C147C3}">
      <dgm:prSet/>
      <dgm:spPr/>
      <dgm:t>
        <a:bodyPr/>
        <a:lstStyle/>
        <a:p>
          <a:endParaRPr lang="en-US"/>
        </a:p>
      </dgm:t>
    </dgm:pt>
    <dgm:pt modelId="{F9D64DFF-EBBC-4787-868B-9457F8EB3E12}" type="sibTrans" cxnId="{A8767BF4-6342-4431-91CB-EFD200C147C3}">
      <dgm:prSet/>
      <dgm:spPr/>
      <dgm:t>
        <a:bodyPr/>
        <a:lstStyle/>
        <a:p>
          <a:endParaRPr lang="en-US"/>
        </a:p>
      </dgm:t>
    </dgm:pt>
    <dgm:pt modelId="{8F3634D3-27EF-4C46-B57A-46B8920D0CDF}" type="pres">
      <dgm:prSet presAssocID="{3F57FE52-B67E-497A-AF06-8C4E4A6323A2}" presName="cycleMatrixDiagram" presStyleCnt="0">
        <dgm:presLayoutVars>
          <dgm:chMax val="1"/>
          <dgm:dir/>
          <dgm:animLvl val="lvl"/>
          <dgm:resizeHandles val="exact"/>
        </dgm:presLayoutVars>
      </dgm:prSet>
      <dgm:spPr/>
    </dgm:pt>
    <dgm:pt modelId="{E233AD4B-6694-4888-BADF-CCE8ACDCD07F}" type="pres">
      <dgm:prSet presAssocID="{3F57FE52-B67E-497A-AF06-8C4E4A6323A2}" presName="children" presStyleCnt="0"/>
      <dgm:spPr/>
    </dgm:pt>
    <dgm:pt modelId="{3245CBB3-9EA2-4B7B-B88D-45E1B6ED8C4D}" type="pres">
      <dgm:prSet presAssocID="{3F57FE52-B67E-497A-AF06-8C4E4A6323A2}" presName="child1group" presStyleCnt="0"/>
      <dgm:spPr/>
    </dgm:pt>
    <dgm:pt modelId="{C86C38F6-433E-43C9-A07D-B3C99701DE5E}" type="pres">
      <dgm:prSet presAssocID="{3F57FE52-B67E-497A-AF06-8C4E4A6323A2}" presName="child1" presStyleLbl="bgAcc1" presStyleIdx="0" presStyleCnt="4" custLinFactNeighborX="-1767" custLinFactNeighborY="-2874"/>
      <dgm:spPr/>
    </dgm:pt>
    <dgm:pt modelId="{333E8938-4F06-4867-8844-1DA2A941DBC9}" type="pres">
      <dgm:prSet presAssocID="{3F57FE52-B67E-497A-AF06-8C4E4A6323A2}" presName="child1Text" presStyleLbl="bgAcc1" presStyleIdx="0" presStyleCnt="4">
        <dgm:presLayoutVars>
          <dgm:bulletEnabled val="1"/>
        </dgm:presLayoutVars>
      </dgm:prSet>
      <dgm:spPr/>
    </dgm:pt>
    <dgm:pt modelId="{1E48F5C9-1A0A-4A4F-9B5E-E4570E194AB6}" type="pres">
      <dgm:prSet presAssocID="{3F57FE52-B67E-497A-AF06-8C4E4A6323A2}" presName="child2group" presStyleCnt="0"/>
      <dgm:spPr/>
    </dgm:pt>
    <dgm:pt modelId="{9134D4E3-A9C1-4A3F-B3D6-CA2751B0DBBF}" type="pres">
      <dgm:prSet presAssocID="{3F57FE52-B67E-497A-AF06-8C4E4A6323A2}" presName="child2" presStyleLbl="bgAcc1" presStyleIdx="1" presStyleCnt="4" custLinFactNeighborX="-4753" custLinFactNeighborY="3003"/>
      <dgm:spPr/>
    </dgm:pt>
    <dgm:pt modelId="{77AFCAEF-9F86-496C-B513-A61B19382926}" type="pres">
      <dgm:prSet presAssocID="{3F57FE52-B67E-497A-AF06-8C4E4A6323A2}" presName="child2Text" presStyleLbl="bgAcc1" presStyleIdx="1" presStyleCnt="4">
        <dgm:presLayoutVars>
          <dgm:bulletEnabled val="1"/>
        </dgm:presLayoutVars>
      </dgm:prSet>
      <dgm:spPr/>
    </dgm:pt>
    <dgm:pt modelId="{06B9C022-A3CA-4E29-B6D6-F769FAE822EB}" type="pres">
      <dgm:prSet presAssocID="{3F57FE52-B67E-497A-AF06-8C4E4A6323A2}" presName="child3group" presStyleCnt="0"/>
      <dgm:spPr/>
    </dgm:pt>
    <dgm:pt modelId="{09DBF21A-34AF-4B8A-A4CC-3BA7E3230EC7}" type="pres">
      <dgm:prSet presAssocID="{3F57FE52-B67E-497A-AF06-8C4E4A6323A2}" presName="child3" presStyleLbl="bgAcc1" presStyleIdx="2" presStyleCnt="4"/>
      <dgm:spPr/>
    </dgm:pt>
    <dgm:pt modelId="{5BE9281E-5631-42D3-A0BD-4D5F1A0FC65A}" type="pres">
      <dgm:prSet presAssocID="{3F57FE52-B67E-497A-AF06-8C4E4A6323A2}" presName="child3Text" presStyleLbl="bgAcc1" presStyleIdx="2" presStyleCnt="4">
        <dgm:presLayoutVars>
          <dgm:bulletEnabled val="1"/>
        </dgm:presLayoutVars>
      </dgm:prSet>
      <dgm:spPr/>
    </dgm:pt>
    <dgm:pt modelId="{9267D36F-6C8F-4304-94C2-33079CF57F76}" type="pres">
      <dgm:prSet presAssocID="{3F57FE52-B67E-497A-AF06-8C4E4A6323A2}" presName="child4group" presStyleCnt="0"/>
      <dgm:spPr/>
    </dgm:pt>
    <dgm:pt modelId="{89DCE0BC-2F96-4B50-BF99-CB46BF46C8A3}" type="pres">
      <dgm:prSet presAssocID="{3F57FE52-B67E-497A-AF06-8C4E4A6323A2}" presName="child4" presStyleLbl="bgAcc1" presStyleIdx="3" presStyleCnt="4" custScaleX="113729" custLinFactNeighborX="-2867" custLinFactNeighborY="-13615"/>
      <dgm:spPr/>
    </dgm:pt>
    <dgm:pt modelId="{8DEBD220-DFD5-44FA-9B03-0B74DBFD2E72}" type="pres">
      <dgm:prSet presAssocID="{3F57FE52-B67E-497A-AF06-8C4E4A6323A2}" presName="child4Text" presStyleLbl="bgAcc1" presStyleIdx="3" presStyleCnt="4">
        <dgm:presLayoutVars>
          <dgm:bulletEnabled val="1"/>
        </dgm:presLayoutVars>
      </dgm:prSet>
      <dgm:spPr/>
    </dgm:pt>
    <dgm:pt modelId="{E7924C26-A472-45FE-813C-25C50BBB30B2}" type="pres">
      <dgm:prSet presAssocID="{3F57FE52-B67E-497A-AF06-8C4E4A6323A2}" presName="childPlaceholder" presStyleCnt="0"/>
      <dgm:spPr/>
    </dgm:pt>
    <dgm:pt modelId="{25398501-A48C-4B63-8CC2-77F34AE70BF5}" type="pres">
      <dgm:prSet presAssocID="{3F57FE52-B67E-497A-AF06-8C4E4A6323A2}" presName="circle" presStyleCnt="0"/>
      <dgm:spPr/>
    </dgm:pt>
    <dgm:pt modelId="{D7046DB6-AD46-4958-B41B-4EEA6EFB8254}" type="pres">
      <dgm:prSet presAssocID="{3F57FE52-B67E-497A-AF06-8C4E4A6323A2}" presName="quadrant1" presStyleLbl="node1" presStyleIdx="0" presStyleCnt="4">
        <dgm:presLayoutVars>
          <dgm:chMax val="1"/>
          <dgm:bulletEnabled val="1"/>
        </dgm:presLayoutVars>
      </dgm:prSet>
      <dgm:spPr/>
    </dgm:pt>
    <dgm:pt modelId="{A76A94CF-A853-45FE-80AE-7C67729748CF}" type="pres">
      <dgm:prSet presAssocID="{3F57FE52-B67E-497A-AF06-8C4E4A6323A2}" presName="quadrant2" presStyleLbl="node1" presStyleIdx="1" presStyleCnt="4">
        <dgm:presLayoutVars>
          <dgm:chMax val="1"/>
          <dgm:bulletEnabled val="1"/>
        </dgm:presLayoutVars>
      </dgm:prSet>
      <dgm:spPr/>
    </dgm:pt>
    <dgm:pt modelId="{56A79B2E-77C9-4B2A-BCAB-FA3DAE3D1EBF}" type="pres">
      <dgm:prSet presAssocID="{3F57FE52-B67E-497A-AF06-8C4E4A6323A2}" presName="quadrant3" presStyleLbl="node1" presStyleIdx="2" presStyleCnt="4">
        <dgm:presLayoutVars>
          <dgm:chMax val="1"/>
          <dgm:bulletEnabled val="1"/>
        </dgm:presLayoutVars>
      </dgm:prSet>
      <dgm:spPr/>
    </dgm:pt>
    <dgm:pt modelId="{CE0F9D95-52A9-4E5E-B39B-8F82E26F8ED8}" type="pres">
      <dgm:prSet presAssocID="{3F57FE52-B67E-497A-AF06-8C4E4A6323A2}" presName="quadrant4" presStyleLbl="node1" presStyleIdx="3" presStyleCnt="4">
        <dgm:presLayoutVars>
          <dgm:chMax val="1"/>
          <dgm:bulletEnabled val="1"/>
        </dgm:presLayoutVars>
      </dgm:prSet>
      <dgm:spPr/>
    </dgm:pt>
    <dgm:pt modelId="{4558C519-6901-4031-84ED-2FF628F761A0}" type="pres">
      <dgm:prSet presAssocID="{3F57FE52-B67E-497A-AF06-8C4E4A6323A2}" presName="quadrantPlaceholder" presStyleCnt="0"/>
      <dgm:spPr/>
    </dgm:pt>
    <dgm:pt modelId="{CDB87E1B-0D7A-486C-8896-B6C981B6BD86}" type="pres">
      <dgm:prSet presAssocID="{3F57FE52-B67E-497A-AF06-8C4E4A6323A2}" presName="center1" presStyleLbl="fgShp" presStyleIdx="0" presStyleCnt="2"/>
      <dgm:spPr/>
    </dgm:pt>
    <dgm:pt modelId="{C3103C9A-C98D-42C0-A055-1F0CAF863757}" type="pres">
      <dgm:prSet presAssocID="{3F57FE52-B67E-497A-AF06-8C4E4A6323A2}" presName="center2" presStyleLbl="fgShp" presStyleIdx="1" presStyleCnt="2"/>
      <dgm:spPr/>
    </dgm:pt>
  </dgm:ptLst>
  <dgm:cxnLst>
    <dgm:cxn modelId="{E7384A14-0073-404A-BD5B-64A6FFF00275}" type="presOf" srcId="{854D1CEF-183B-485B-8D40-09735347574E}" destId="{333E8938-4F06-4867-8844-1DA2A941DBC9}" srcOrd="1" destOrd="2" presId="urn:microsoft.com/office/officeart/2005/8/layout/cycle4"/>
    <dgm:cxn modelId="{9FB4C41C-A1A7-4092-874B-0FE1E55A062A}" type="presOf" srcId="{5D90C828-B72D-4A14-939A-CEE0D894C37E}" destId="{9134D4E3-A9C1-4A3F-B3D6-CA2751B0DBBF}" srcOrd="0" destOrd="0" presId="urn:microsoft.com/office/officeart/2005/8/layout/cycle4"/>
    <dgm:cxn modelId="{80E27525-20E6-4C2B-8F0D-37E9A6365B47}" type="presOf" srcId="{1A61DCBE-0B52-41F7-84B5-9E50EF7D77D0}" destId="{89DCE0BC-2F96-4B50-BF99-CB46BF46C8A3}" srcOrd="0" destOrd="2" presId="urn:microsoft.com/office/officeart/2005/8/layout/cycle4"/>
    <dgm:cxn modelId="{743BDE34-6179-4394-890F-F346164F4A28}" srcId="{DB0E7058-30B1-4046-B90F-A9C9448DA0BC}" destId="{F9D8615D-71A7-467C-846B-32FFD60D6F5E}" srcOrd="0" destOrd="0" parTransId="{71274F5B-78F1-439D-8505-51DC58355DFC}" sibTransId="{B79A6D1F-F6B6-4F46-8F5C-03B174AC7813}"/>
    <dgm:cxn modelId="{34EB6137-7AFF-4DDA-B5E1-D4355BBFD54A}" srcId="{3F57FE52-B67E-497A-AF06-8C4E4A6323A2}" destId="{50F9F5F7-460B-4B01-BE26-D17E6BED09B5}" srcOrd="1" destOrd="0" parTransId="{3637029F-06CE-47E6-96CE-840FE0417A8F}" sibTransId="{554F7F93-CD0F-466E-843E-2081900664B2}"/>
    <dgm:cxn modelId="{D9A8933C-8A24-447D-BCD4-83F50F8BD54A}" type="presOf" srcId="{1A61DCBE-0B52-41F7-84B5-9E50EF7D77D0}" destId="{8DEBD220-DFD5-44FA-9B03-0B74DBFD2E72}" srcOrd="1" destOrd="2" presId="urn:microsoft.com/office/officeart/2005/8/layout/cycle4"/>
    <dgm:cxn modelId="{46E9A75B-BF6E-442A-BF2C-275BE622B1B5}" type="presOf" srcId="{C4E64CAE-6267-4001-94D8-18323511E2FC}" destId="{8DEBD220-DFD5-44FA-9B03-0B74DBFD2E72}" srcOrd="1" destOrd="1" presId="urn:microsoft.com/office/officeart/2005/8/layout/cycle4"/>
    <dgm:cxn modelId="{2D83F142-A746-4C78-828D-78EBBA89D7C2}" srcId="{3F57FE52-B67E-497A-AF06-8C4E4A6323A2}" destId="{3BE35D46-EE2B-4C86-9FCA-CCDCCD35189A}" srcOrd="3" destOrd="0" parTransId="{CC972E4A-52DC-4F5A-8519-0D036287B306}" sibTransId="{1AFA1C6A-58A7-4B7B-812B-7743AFEF52C9}"/>
    <dgm:cxn modelId="{9DBB9464-42F3-435E-BF75-7AF553075AA3}" srcId="{50F9F5F7-460B-4B01-BE26-D17E6BED09B5}" destId="{20BAB232-6246-4CAB-8A81-3D0F442849CF}" srcOrd="1" destOrd="0" parTransId="{85910A15-ECAA-4886-B4E7-DFA952EE961E}" sibTransId="{C540521B-CAFD-49FF-93A1-9F98ED123BFB}"/>
    <dgm:cxn modelId="{95033965-B078-4700-A0A4-A35C7897F0C1}" type="presOf" srcId="{264B6265-DED0-4457-BCED-4726D482EB28}" destId="{89DCE0BC-2F96-4B50-BF99-CB46BF46C8A3}" srcOrd="0" destOrd="0" presId="urn:microsoft.com/office/officeart/2005/8/layout/cycle4"/>
    <dgm:cxn modelId="{08D90947-4A86-41C8-BEF1-3FFC96620865}" type="presOf" srcId="{4CD0FF6B-74DE-4F3C-915B-EAB754E10BB2}" destId="{333E8938-4F06-4867-8844-1DA2A941DBC9}" srcOrd="1" destOrd="1" presId="urn:microsoft.com/office/officeart/2005/8/layout/cycle4"/>
    <dgm:cxn modelId="{2D5EEC68-1E21-4071-BA68-59AB0ADF0868}" type="presOf" srcId="{854D1CEF-183B-485B-8D40-09735347574E}" destId="{C86C38F6-433E-43C9-A07D-B3C99701DE5E}" srcOrd="0" destOrd="2" presId="urn:microsoft.com/office/officeart/2005/8/layout/cycle4"/>
    <dgm:cxn modelId="{E098446B-E8D4-4C84-8DB4-24EBFAC279DF}" type="presOf" srcId="{D3962E3B-9124-4C49-AB42-25F75C2B2767}" destId="{09DBF21A-34AF-4B8A-A4CC-3BA7E3230EC7}" srcOrd="0" destOrd="0" presId="urn:microsoft.com/office/officeart/2005/8/layout/cycle4"/>
    <dgm:cxn modelId="{47E6274E-D8EC-4CA4-8388-0148BB1C7B08}" type="presOf" srcId="{264B6265-DED0-4457-BCED-4726D482EB28}" destId="{8DEBD220-DFD5-44FA-9B03-0B74DBFD2E72}" srcOrd="1" destOrd="0" presId="urn:microsoft.com/office/officeart/2005/8/layout/cycle4"/>
    <dgm:cxn modelId="{02C3484E-4692-47AA-A48D-4354EE912F15}" type="presOf" srcId="{3BE35D46-EE2B-4C86-9FCA-CCDCCD35189A}" destId="{CE0F9D95-52A9-4E5E-B39B-8F82E26F8ED8}" srcOrd="0" destOrd="0" presId="urn:microsoft.com/office/officeart/2005/8/layout/cycle4"/>
    <dgm:cxn modelId="{CBFCD671-8811-449F-96AC-629294D1B055}" type="presOf" srcId="{50F9F5F7-460B-4B01-BE26-D17E6BED09B5}" destId="{A76A94CF-A853-45FE-80AE-7C67729748CF}" srcOrd="0" destOrd="0" presId="urn:microsoft.com/office/officeart/2005/8/layout/cycle4"/>
    <dgm:cxn modelId="{02A8CB58-DB99-4CDA-A85F-773D356120D0}" type="presOf" srcId="{F9D8615D-71A7-467C-846B-32FFD60D6F5E}" destId="{333E8938-4F06-4867-8844-1DA2A941DBC9}" srcOrd="1" destOrd="0" presId="urn:microsoft.com/office/officeart/2005/8/layout/cycle4"/>
    <dgm:cxn modelId="{924FEC84-70CD-4F9F-BCA7-8310F9AEC357}" srcId="{3BE35D46-EE2B-4C86-9FCA-CCDCCD35189A}" destId="{1A61DCBE-0B52-41F7-84B5-9E50EF7D77D0}" srcOrd="2" destOrd="0" parTransId="{19304C43-ECC6-4E85-A00E-D29AE022F844}" sibTransId="{BAE17286-4DDB-469E-A4A9-D7F127345289}"/>
    <dgm:cxn modelId="{03A4198A-B832-4DEA-9850-72386DDEBAA6}" srcId="{28EC4205-BCE5-471A-99BA-6AF8D8462173}" destId="{D3962E3B-9124-4C49-AB42-25F75C2B2767}" srcOrd="0" destOrd="0" parTransId="{B1D64B3A-221D-40C1-96DA-42A37ACFD7F1}" sibTransId="{3D5E86FF-7DE4-4D54-A9CC-D3E9C8AB7B12}"/>
    <dgm:cxn modelId="{2584FD8A-C3A4-4524-82CE-948DA10EBF6D}" srcId="{3F57FE52-B67E-497A-AF06-8C4E4A6323A2}" destId="{28EC4205-BCE5-471A-99BA-6AF8D8462173}" srcOrd="2" destOrd="0" parTransId="{152C2587-33E3-4151-8AED-E53DBB3AA170}" sibTransId="{5F6DCD1E-861D-43D7-9B61-5DD776E69477}"/>
    <dgm:cxn modelId="{A0556290-3374-4E0B-A546-7FA69FC892E6}" type="presOf" srcId="{B6722C7D-D499-46EB-AFAB-419861522495}" destId="{5BE9281E-5631-42D3-A0BD-4D5F1A0FC65A}" srcOrd="1" destOrd="1" presId="urn:microsoft.com/office/officeart/2005/8/layout/cycle4"/>
    <dgm:cxn modelId="{EE8D9F96-A819-40C9-A49B-9C635C195A0D}" srcId="{DB0E7058-30B1-4046-B90F-A9C9448DA0BC}" destId="{854D1CEF-183B-485B-8D40-09735347574E}" srcOrd="2" destOrd="0" parTransId="{CB60CBF9-1845-4899-A028-D5EF15590222}" sibTransId="{64C3A856-009F-4C94-8E40-026CD36CA1C6}"/>
    <dgm:cxn modelId="{863D2B97-1FC9-494D-8F34-B5251071A979}" srcId="{3F57FE52-B67E-497A-AF06-8C4E4A6323A2}" destId="{DB0E7058-30B1-4046-B90F-A9C9448DA0BC}" srcOrd="0" destOrd="0" parTransId="{F2830A48-A5F8-4045-87E8-2CB11D4BA62C}" sibTransId="{30339CF0-9EBD-4FCA-AAEF-65F0FFC84F61}"/>
    <dgm:cxn modelId="{8DD0229E-FEEB-47A1-B2C7-14A565046F1F}" type="presOf" srcId="{4AAA1A4D-3186-4907-AA3B-1F7FE9C73D3B}" destId="{9134D4E3-A9C1-4A3F-B3D6-CA2751B0DBBF}" srcOrd="0" destOrd="2" presId="urn:microsoft.com/office/officeart/2005/8/layout/cycle4"/>
    <dgm:cxn modelId="{0E55D59F-23D4-479F-AACA-F83C76D5E8BD}" type="presOf" srcId="{3F57FE52-B67E-497A-AF06-8C4E4A6323A2}" destId="{8F3634D3-27EF-4C46-B57A-46B8920D0CDF}" srcOrd="0" destOrd="0" presId="urn:microsoft.com/office/officeart/2005/8/layout/cycle4"/>
    <dgm:cxn modelId="{8E25BAA1-3E2C-4D58-9C9F-1ED5E386B558}" type="presOf" srcId="{28EC4205-BCE5-471A-99BA-6AF8D8462173}" destId="{56A79B2E-77C9-4B2A-BCAB-FA3DAE3D1EBF}" srcOrd="0" destOrd="0" presId="urn:microsoft.com/office/officeart/2005/8/layout/cycle4"/>
    <dgm:cxn modelId="{0AFE18A2-2B66-441B-B5C4-8D3E03B412EF}" type="presOf" srcId="{5D90C828-B72D-4A14-939A-CEE0D894C37E}" destId="{77AFCAEF-9F86-496C-B513-A61B19382926}" srcOrd="1" destOrd="0" presId="urn:microsoft.com/office/officeart/2005/8/layout/cycle4"/>
    <dgm:cxn modelId="{273596A2-A3C7-418D-BE3E-6AE57E1314A8}" type="presOf" srcId="{4AAA1A4D-3186-4907-AA3B-1F7FE9C73D3B}" destId="{77AFCAEF-9F86-496C-B513-A61B19382926}" srcOrd="1" destOrd="2" presId="urn:microsoft.com/office/officeart/2005/8/layout/cycle4"/>
    <dgm:cxn modelId="{559380A9-4153-4290-B672-8575890473A4}" srcId="{3BE35D46-EE2B-4C86-9FCA-CCDCCD35189A}" destId="{264B6265-DED0-4457-BCED-4726D482EB28}" srcOrd="0" destOrd="0" parTransId="{CC3D5897-9864-4C9E-96E5-C5E47A4DF2CE}" sibTransId="{1438CD54-A6AF-45B2-B87A-9B70EDA56409}"/>
    <dgm:cxn modelId="{8F015BB3-B78D-424F-A49C-8F3420E859BE}" type="presOf" srcId="{4CD0FF6B-74DE-4F3C-915B-EAB754E10BB2}" destId="{C86C38F6-433E-43C9-A07D-B3C99701DE5E}" srcOrd="0" destOrd="1" presId="urn:microsoft.com/office/officeart/2005/8/layout/cycle4"/>
    <dgm:cxn modelId="{F2B3CABB-0865-436D-BC7B-1AB7FC0E0BB0}" srcId="{50F9F5F7-460B-4B01-BE26-D17E6BED09B5}" destId="{4AAA1A4D-3186-4907-AA3B-1F7FE9C73D3B}" srcOrd="2" destOrd="0" parTransId="{F7FDD8E9-805D-4D85-AD6B-77EB03B06A00}" sibTransId="{14CFF18D-9665-4160-B128-F011CCB6EA96}"/>
    <dgm:cxn modelId="{AC3896BC-AD2B-4E44-B2D7-4389880C8079}" type="presOf" srcId="{F9D8615D-71A7-467C-846B-32FFD60D6F5E}" destId="{C86C38F6-433E-43C9-A07D-B3C99701DE5E}" srcOrd="0" destOrd="0" presId="urn:microsoft.com/office/officeart/2005/8/layout/cycle4"/>
    <dgm:cxn modelId="{68A461BE-0F5D-4437-9B8C-20A4C77D7256}" type="presOf" srcId="{B6722C7D-D499-46EB-AFAB-419861522495}" destId="{09DBF21A-34AF-4B8A-A4CC-3BA7E3230EC7}" srcOrd="0" destOrd="1" presId="urn:microsoft.com/office/officeart/2005/8/layout/cycle4"/>
    <dgm:cxn modelId="{14B165BE-135C-4306-BDE4-293880AE2165}" type="presOf" srcId="{20BAB232-6246-4CAB-8A81-3D0F442849CF}" destId="{77AFCAEF-9F86-496C-B513-A61B19382926}" srcOrd="1" destOrd="1" presId="urn:microsoft.com/office/officeart/2005/8/layout/cycle4"/>
    <dgm:cxn modelId="{C30BFCC2-EB35-4925-9085-8EDD8EB66707}" srcId="{3BE35D46-EE2B-4C86-9FCA-CCDCCD35189A}" destId="{C4E64CAE-6267-4001-94D8-18323511E2FC}" srcOrd="1" destOrd="0" parTransId="{6B77DB6A-3047-4672-8773-00D1798A5A32}" sibTransId="{DDF7C3B5-3336-44C0-B187-D3B818759E88}"/>
    <dgm:cxn modelId="{47215AC3-EFBC-4BCB-B108-D8AEDCD06C0B}" type="presOf" srcId="{D3962E3B-9124-4C49-AB42-25F75C2B2767}" destId="{5BE9281E-5631-42D3-A0BD-4D5F1A0FC65A}" srcOrd="1" destOrd="0" presId="urn:microsoft.com/office/officeart/2005/8/layout/cycle4"/>
    <dgm:cxn modelId="{12A43BD8-D62F-480C-BF5B-6163C6075954}" type="presOf" srcId="{DB0E7058-30B1-4046-B90F-A9C9448DA0BC}" destId="{D7046DB6-AD46-4958-B41B-4EEA6EFB8254}" srcOrd="0" destOrd="0" presId="urn:microsoft.com/office/officeart/2005/8/layout/cycle4"/>
    <dgm:cxn modelId="{7B4176DB-64BA-45DD-8874-B79248B80ECB}" srcId="{50F9F5F7-460B-4B01-BE26-D17E6BED09B5}" destId="{5D90C828-B72D-4A14-939A-CEE0D894C37E}" srcOrd="0" destOrd="0" parTransId="{389B9979-87E3-47EB-A934-E6D6A8D73150}" sibTransId="{8F4AC3A9-F51B-48A7-ADAA-24E88E1103F1}"/>
    <dgm:cxn modelId="{D7CA35E4-4FDB-4123-B8D3-05DF66784A9F}" type="presOf" srcId="{C4E64CAE-6267-4001-94D8-18323511E2FC}" destId="{89DCE0BC-2F96-4B50-BF99-CB46BF46C8A3}" srcOrd="0" destOrd="1" presId="urn:microsoft.com/office/officeart/2005/8/layout/cycle4"/>
    <dgm:cxn modelId="{C06E56E7-2BEE-40C7-9BF2-4A26193E91AB}" type="presOf" srcId="{20BAB232-6246-4CAB-8A81-3D0F442849CF}" destId="{9134D4E3-A9C1-4A3F-B3D6-CA2751B0DBBF}" srcOrd="0" destOrd="1" presId="urn:microsoft.com/office/officeart/2005/8/layout/cycle4"/>
    <dgm:cxn modelId="{F4414DEB-DF98-407B-9920-1300E25DFAF3}" srcId="{DB0E7058-30B1-4046-B90F-A9C9448DA0BC}" destId="{4CD0FF6B-74DE-4F3C-915B-EAB754E10BB2}" srcOrd="1" destOrd="0" parTransId="{58897291-F953-4E4F-8B68-AD17FCA68BB4}" sibTransId="{2B9ED1DF-0C90-4D0D-B848-2EAA2282905A}"/>
    <dgm:cxn modelId="{A8767BF4-6342-4431-91CB-EFD200C147C3}" srcId="{28EC4205-BCE5-471A-99BA-6AF8D8462173}" destId="{B6722C7D-D499-46EB-AFAB-419861522495}" srcOrd="1" destOrd="0" parTransId="{0D02620D-C60B-44EE-85A8-BD5AB6DFA856}" sibTransId="{F9D64DFF-EBBC-4787-868B-9457F8EB3E12}"/>
    <dgm:cxn modelId="{5D19C270-5C9F-43AE-BD81-379CC2DA9D72}" type="presParOf" srcId="{8F3634D3-27EF-4C46-B57A-46B8920D0CDF}" destId="{E233AD4B-6694-4888-BADF-CCE8ACDCD07F}" srcOrd="0" destOrd="0" presId="urn:microsoft.com/office/officeart/2005/8/layout/cycle4"/>
    <dgm:cxn modelId="{804BA346-233D-44B4-B53C-A9D336F9B771}" type="presParOf" srcId="{E233AD4B-6694-4888-BADF-CCE8ACDCD07F}" destId="{3245CBB3-9EA2-4B7B-B88D-45E1B6ED8C4D}" srcOrd="0" destOrd="0" presId="urn:microsoft.com/office/officeart/2005/8/layout/cycle4"/>
    <dgm:cxn modelId="{4A05FB20-2C4F-4FDA-A99E-C0EF4175216D}" type="presParOf" srcId="{3245CBB3-9EA2-4B7B-B88D-45E1B6ED8C4D}" destId="{C86C38F6-433E-43C9-A07D-B3C99701DE5E}" srcOrd="0" destOrd="0" presId="urn:microsoft.com/office/officeart/2005/8/layout/cycle4"/>
    <dgm:cxn modelId="{24756F53-CB4D-4416-A619-4817064A444F}" type="presParOf" srcId="{3245CBB3-9EA2-4B7B-B88D-45E1B6ED8C4D}" destId="{333E8938-4F06-4867-8844-1DA2A941DBC9}" srcOrd="1" destOrd="0" presId="urn:microsoft.com/office/officeart/2005/8/layout/cycle4"/>
    <dgm:cxn modelId="{BB32E0AF-D119-4647-AEC2-93F0101777EA}" type="presParOf" srcId="{E233AD4B-6694-4888-BADF-CCE8ACDCD07F}" destId="{1E48F5C9-1A0A-4A4F-9B5E-E4570E194AB6}" srcOrd="1" destOrd="0" presId="urn:microsoft.com/office/officeart/2005/8/layout/cycle4"/>
    <dgm:cxn modelId="{9AD9FDAA-D3F8-48A1-BE0A-CF4FA3AF3063}" type="presParOf" srcId="{1E48F5C9-1A0A-4A4F-9B5E-E4570E194AB6}" destId="{9134D4E3-A9C1-4A3F-B3D6-CA2751B0DBBF}" srcOrd="0" destOrd="0" presId="urn:microsoft.com/office/officeart/2005/8/layout/cycle4"/>
    <dgm:cxn modelId="{94A1568A-2B38-4EC4-BE76-26BFE745B002}" type="presParOf" srcId="{1E48F5C9-1A0A-4A4F-9B5E-E4570E194AB6}" destId="{77AFCAEF-9F86-496C-B513-A61B19382926}" srcOrd="1" destOrd="0" presId="urn:microsoft.com/office/officeart/2005/8/layout/cycle4"/>
    <dgm:cxn modelId="{BFAFEF19-2FC2-45B0-8BC2-BB03A435EE46}" type="presParOf" srcId="{E233AD4B-6694-4888-BADF-CCE8ACDCD07F}" destId="{06B9C022-A3CA-4E29-B6D6-F769FAE822EB}" srcOrd="2" destOrd="0" presId="urn:microsoft.com/office/officeart/2005/8/layout/cycle4"/>
    <dgm:cxn modelId="{E1CDE386-DC60-422A-A15F-4A71E5C0491E}" type="presParOf" srcId="{06B9C022-A3CA-4E29-B6D6-F769FAE822EB}" destId="{09DBF21A-34AF-4B8A-A4CC-3BA7E3230EC7}" srcOrd="0" destOrd="0" presId="urn:microsoft.com/office/officeart/2005/8/layout/cycle4"/>
    <dgm:cxn modelId="{1C6E0490-708B-4EB4-B646-6441A3661769}" type="presParOf" srcId="{06B9C022-A3CA-4E29-B6D6-F769FAE822EB}" destId="{5BE9281E-5631-42D3-A0BD-4D5F1A0FC65A}" srcOrd="1" destOrd="0" presId="urn:microsoft.com/office/officeart/2005/8/layout/cycle4"/>
    <dgm:cxn modelId="{A69404ED-0C99-4CB5-A133-771A3927C4F6}" type="presParOf" srcId="{E233AD4B-6694-4888-BADF-CCE8ACDCD07F}" destId="{9267D36F-6C8F-4304-94C2-33079CF57F76}" srcOrd="3" destOrd="0" presId="urn:microsoft.com/office/officeart/2005/8/layout/cycle4"/>
    <dgm:cxn modelId="{8F98EEC2-5B48-4DF0-AFCB-94F70F8C0FF7}" type="presParOf" srcId="{9267D36F-6C8F-4304-94C2-33079CF57F76}" destId="{89DCE0BC-2F96-4B50-BF99-CB46BF46C8A3}" srcOrd="0" destOrd="0" presId="urn:microsoft.com/office/officeart/2005/8/layout/cycle4"/>
    <dgm:cxn modelId="{B7CDB84E-6E80-46D7-BAFB-EDF1679FEFF4}" type="presParOf" srcId="{9267D36F-6C8F-4304-94C2-33079CF57F76}" destId="{8DEBD220-DFD5-44FA-9B03-0B74DBFD2E72}" srcOrd="1" destOrd="0" presId="urn:microsoft.com/office/officeart/2005/8/layout/cycle4"/>
    <dgm:cxn modelId="{82FE5C2E-ED73-4765-AF92-FFF76DE03383}" type="presParOf" srcId="{E233AD4B-6694-4888-BADF-CCE8ACDCD07F}" destId="{E7924C26-A472-45FE-813C-25C50BBB30B2}" srcOrd="4" destOrd="0" presId="urn:microsoft.com/office/officeart/2005/8/layout/cycle4"/>
    <dgm:cxn modelId="{C40DDA3E-08EC-4F0D-A896-9ACC1E15DBC2}" type="presParOf" srcId="{8F3634D3-27EF-4C46-B57A-46B8920D0CDF}" destId="{25398501-A48C-4B63-8CC2-77F34AE70BF5}" srcOrd="1" destOrd="0" presId="urn:microsoft.com/office/officeart/2005/8/layout/cycle4"/>
    <dgm:cxn modelId="{E0328E8E-7E27-449A-804D-3BA878004125}" type="presParOf" srcId="{25398501-A48C-4B63-8CC2-77F34AE70BF5}" destId="{D7046DB6-AD46-4958-B41B-4EEA6EFB8254}" srcOrd="0" destOrd="0" presId="urn:microsoft.com/office/officeart/2005/8/layout/cycle4"/>
    <dgm:cxn modelId="{81C00131-953C-4D52-B87F-A8EBCA74335A}" type="presParOf" srcId="{25398501-A48C-4B63-8CC2-77F34AE70BF5}" destId="{A76A94CF-A853-45FE-80AE-7C67729748CF}" srcOrd="1" destOrd="0" presId="urn:microsoft.com/office/officeart/2005/8/layout/cycle4"/>
    <dgm:cxn modelId="{3B376932-F9F1-474D-80ED-ADEF2838F187}" type="presParOf" srcId="{25398501-A48C-4B63-8CC2-77F34AE70BF5}" destId="{56A79B2E-77C9-4B2A-BCAB-FA3DAE3D1EBF}" srcOrd="2" destOrd="0" presId="urn:microsoft.com/office/officeart/2005/8/layout/cycle4"/>
    <dgm:cxn modelId="{836BC6B9-FA55-48D0-8D1F-CD644065BFC3}" type="presParOf" srcId="{25398501-A48C-4B63-8CC2-77F34AE70BF5}" destId="{CE0F9D95-52A9-4E5E-B39B-8F82E26F8ED8}" srcOrd="3" destOrd="0" presId="urn:microsoft.com/office/officeart/2005/8/layout/cycle4"/>
    <dgm:cxn modelId="{7B8FCA75-782E-48F3-83A4-23A737C16E81}" type="presParOf" srcId="{25398501-A48C-4B63-8CC2-77F34AE70BF5}" destId="{4558C519-6901-4031-84ED-2FF628F761A0}" srcOrd="4" destOrd="0" presId="urn:microsoft.com/office/officeart/2005/8/layout/cycle4"/>
    <dgm:cxn modelId="{6DD409FF-EE52-4FD6-85F9-1A87ADBC4987}" type="presParOf" srcId="{8F3634D3-27EF-4C46-B57A-46B8920D0CDF}" destId="{CDB87E1B-0D7A-486C-8896-B6C981B6BD86}" srcOrd="2" destOrd="0" presId="urn:microsoft.com/office/officeart/2005/8/layout/cycle4"/>
    <dgm:cxn modelId="{AE3049B5-77FC-480F-8020-7D59391AB3B3}" type="presParOf" srcId="{8F3634D3-27EF-4C46-B57A-46B8920D0CDF}" destId="{C3103C9A-C98D-42C0-A055-1F0CAF863757}"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112BCB-E19B-4149-ADFF-65B00871589A}" type="doc">
      <dgm:prSet loTypeId="urn:microsoft.com/office/officeart/2008/layout/VerticalCurvedList" loCatId="list" qsTypeId="urn:microsoft.com/office/officeart/2005/8/quickstyle/simple2" qsCatId="simple" csTypeId="urn:microsoft.com/office/officeart/2005/8/colors/accent0_3" csCatId="mainScheme" phldr="1"/>
      <dgm:spPr/>
      <dgm:t>
        <a:bodyPr/>
        <a:lstStyle/>
        <a:p>
          <a:endParaRPr lang="en-US"/>
        </a:p>
      </dgm:t>
    </dgm:pt>
    <dgm:pt modelId="{8C4BFB22-79FB-4883-BE85-7EF7E0E6FF60}">
      <dgm:prSet/>
      <dgm:spPr/>
      <dgm:t>
        <a:bodyPr/>
        <a:lstStyle/>
        <a:p>
          <a:r>
            <a:rPr lang="en-US" dirty="0"/>
            <a:t>Understanding</a:t>
          </a:r>
        </a:p>
      </dgm:t>
    </dgm:pt>
    <dgm:pt modelId="{81501371-54FF-4786-A54E-C22114A5C33A}" type="parTrans" cxnId="{B564EE4C-C7AB-4C34-98FA-76A748A63E83}">
      <dgm:prSet/>
      <dgm:spPr/>
      <dgm:t>
        <a:bodyPr/>
        <a:lstStyle/>
        <a:p>
          <a:endParaRPr lang="en-US"/>
        </a:p>
      </dgm:t>
    </dgm:pt>
    <dgm:pt modelId="{C8C8A737-D8DB-4D12-962E-A31AE8D2436A}" type="sibTrans" cxnId="{B564EE4C-C7AB-4C34-98FA-76A748A63E83}">
      <dgm:prSet/>
      <dgm:spPr/>
      <dgm:t>
        <a:bodyPr/>
        <a:lstStyle/>
        <a:p>
          <a:endParaRPr lang="en-US"/>
        </a:p>
      </dgm:t>
    </dgm:pt>
    <dgm:pt modelId="{6A706172-366B-4B39-834B-8417D50D919B}">
      <dgm:prSet/>
      <dgm:spPr/>
      <dgm:t>
        <a:bodyPr/>
        <a:lstStyle/>
        <a:p>
          <a:r>
            <a:rPr lang="en-US" dirty="0"/>
            <a:t>Timely response</a:t>
          </a:r>
        </a:p>
      </dgm:t>
    </dgm:pt>
    <dgm:pt modelId="{09C7DDD5-86D2-42BD-B7C3-8BB5F4DE6B96}" type="parTrans" cxnId="{1FB56D6D-519A-4791-91EF-E55CBF76D840}">
      <dgm:prSet/>
      <dgm:spPr/>
      <dgm:t>
        <a:bodyPr/>
        <a:lstStyle/>
        <a:p>
          <a:endParaRPr lang="en-US"/>
        </a:p>
      </dgm:t>
    </dgm:pt>
    <dgm:pt modelId="{D89ACF68-6455-405D-A5A6-87E50391298E}" type="sibTrans" cxnId="{1FB56D6D-519A-4791-91EF-E55CBF76D840}">
      <dgm:prSet/>
      <dgm:spPr/>
      <dgm:t>
        <a:bodyPr/>
        <a:lstStyle/>
        <a:p>
          <a:endParaRPr lang="en-US"/>
        </a:p>
      </dgm:t>
    </dgm:pt>
    <dgm:pt modelId="{7504E38C-EAFC-4F2D-A19C-2FD3BDE61321}">
      <dgm:prSet/>
      <dgm:spPr/>
      <dgm:t>
        <a:bodyPr/>
        <a:lstStyle/>
        <a:p>
          <a:r>
            <a:rPr lang="en-US" dirty="0"/>
            <a:t>Proactive solutions</a:t>
          </a:r>
        </a:p>
      </dgm:t>
    </dgm:pt>
    <dgm:pt modelId="{5B02BE6A-C374-4227-BF35-758B276994AF}" type="parTrans" cxnId="{2AA8CD19-B498-4C73-BB9B-D2FD2787CBEF}">
      <dgm:prSet/>
      <dgm:spPr/>
      <dgm:t>
        <a:bodyPr/>
        <a:lstStyle/>
        <a:p>
          <a:endParaRPr lang="en-US"/>
        </a:p>
      </dgm:t>
    </dgm:pt>
    <dgm:pt modelId="{05FA1AD1-6C43-4BAD-A852-6551FE255E17}" type="sibTrans" cxnId="{2AA8CD19-B498-4C73-BB9B-D2FD2787CBEF}">
      <dgm:prSet/>
      <dgm:spPr/>
      <dgm:t>
        <a:bodyPr/>
        <a:lstStyle/>
        <a:p>
          <a:endParaRPr lang="en-US"/>
        </a:p>
      </dgm:t>
    </dgm:pt>
    <dgm:pt modelId="{87B9F34D-4918-4ECE-BE5D-98EE7172CE32}">
      <dgm:prSet/>
      <dgm:spPr/>
      <dgm:t>
        <a:bodyPr/>
        <a:lstStyle/>
        <a:p>
          <a:r>
            <a:rPr lang="en-US" dirty="0"/>
            <a:t>Omnichannel support</a:t>
          </a:r>
        </a:p>
      </dgm:t>
    </dgm:pt>
    <dgm:pt modelId="{DBD60741-A09C-4B1A-9292-1A56042D7B3F}" type="parTrans" cxnId="{4080348F-1F4E-4655-9132-F11181D5C15A}">
      <dgm:prSet/>
      <dgm:spPr/>
      <dgm:t>
        <a:bodyPr/>
        <a:lstStyle/>
        <a:p>
          <a:endParaRPr lang="en-US"/>
        </a:p>
      </dgm:t>
    </dgm:pt>
    <dgm:pt modelId="{8B675A33-0074-4FAC-805B-EE7C106B4EF7}" type="sibTrans" cxnId="{4080348F-1F4E-4655-9132-F11181D5C15A}">
      <dgm:prSet/>
      <dgm:spPr/>
      <dgm:t>
        <a:bodyPr/>
        <a:lstStyle/>
        <a:p>
          <a:endParaRPr lang="en-US"/>
        </a:p>
      </dgm:t>
    </dgm:pt>
    <dgm:pt modelId="{E081F716-89B3-4606-BA5C-05FC0EAE497B}">
      <dgm:prSet/>
      <dgm:spPr/>
      <dgm:t>
        <a:bodyPr/>
        <a:lstStyle/>
        <a:p>
          <a:r>
            <a:rPr lang="en-US" dirty="0"/>
            <a:t>Communication</a:t>
          </a:r>
        </a:p>
      </dgm:t>
    </dgm:pt>
    <dgm:pt modelId="{A13D1924-E615-4E1F-8F17-02BF4ADBCF29}" type="parTrans" cxnId="{296F0F48-60FF-4818-B305-F48F7DA933B2}">
      <dgm:prSet/>
      <dgm:spPr/>
      <dgm:t>
        <a:bodyPr/>
        <a:lstStyle/>
        <a:p>
          <a:endParaRPr lang="en-US"/>
        </a:p>
      </dgm:t>
    </dgm:pt>
    <dgm:pt modelId="{40209212-39B2-4334-8C9B-E86D7D236958}" type="sibTrans" cxnId="{296F0F48-60FF-4818-B305-F48F7DA933B2}">
      <dgm:prSet/>
      <dgm:spPr/>
      <dgm:t>
        <a:bodyPr/>
        <a:lstStyle/>
        <a:p>
          <a:endParaRPr lang="en-US"/>
        </a:p>
      </dgm:t>
    </dgm:pt>
    <dgm:pt modelId="{3D1366BB-EAFD-4A7B-BB7E-A2C58D7C6846}" type="pres">
      <dgm:prSet presAssocID="{C0112BCB-E19B-4149-ADFF-65B00871589A}" presName="Name0" presStyleCnt="0">
        <dgm:presLayoutVars>
          <dgm:chMax val="7"/>
          <dgm:chPref val="7"/>
          <dgm:dir val="rev"/>
        </dgm:presLayoutVars>
      </dgm:prSet>
      <dgm:spPr/>
    </dgm:pt>
    <dgm:pt modelId="{7B6AE40E-5424-48B7-9F7D-06ACA6987448}" type="pres">
      <dgm:prSet presAssocID="{C0112BCB-E19B-4149-ADFF-65B00871589A}" presName="Name1" presStyleCnt="0"/>
      <dgm:spPr/>
    </dgm:pt>
    <dgm:pt modelId="{AB46653B-1A06-4084-AFBB-06ABA011A21A}" type="pres">
      <dgm:prSet presAssocID="{C0112BCB-E19B-4149-ADFF-65B00871589A}" presName="cycle" presStyleCnt="0"/>
      <dgm:spPr/>
    </dgm:pt>
    <dgm:pt modelId="{EDC32EAF-F8D0-40C1-95FF-F163041D8C0B}" type="pres">
      <dgm:prSet presAssocID="{C0112BCB-E19B-4149-ADFF-65B00871589A}" presName="srcNode" presStyleLbl="node1" presStyleIdx="0" presStyleCnt="5"/>
      <dgm:spPr/>
    </dgm:pt>
    <dgm:pt modelId="{8996A09F-9773-42FC-BC6F-5A447C93D021}" type="pres">
      <dgm:prSet presAssocID="{C0112BCB-E19B-4149-ADFF-65B00871589A}" presName="conn" presStyleLbl="parChTrans1D2" presStyleIdx="0" presStyleCnt="1"/>
      <dgm:spPr/>
    </dgm:pt>
    <dgm:pt modelId="{79FBBDEE-4D74-4313-B6F6-DFB9492EDAC2}" type="pres">
      <dgm:prSet presAssocID="{C0112BCB-E19B-4149-ADFF-65B00871589A}" presName="extraNode" presStyleLbl="node1" presStyleIdx="0" presStyleCnt="5"/>
      <dgm:spPr/>
    </dgm:pt>
    <dgm:pt modelId="{C404FF73-2E34-491C-820C-DC0C8B3F65C3}" type="pres">
      <dgm:prSet presAssocID="{C0112BCB-E19B-4149-ADFF-65B00871589A}" presName="dstNode" presStyleLbl="node1" presStyleIdx="0" presStyleCnt="5"/>
      <dgm:spPr/>
    </dgm:pt>
    <dgm:pt modelId="{B66E6535-0820-4BDC-869E-17C4D4012F94}" type="pres">
      <dgm:prSet presAssocID="{E081F716-89B3-4606-BA5C-05FC0EAE497B}" presName="text_1" presStyleLbl="node1" presStyleIdx="0" presStyleCnt="5">
        <dgm:presLayoutVars>
          <dgm:bulletEnabled val="1"/>
        </dgm:presLayoutVars>
      </dgm:prSet>
      <dgm:spPr/>
    </dgm:pt>
    <dgm:pt modelId="{242E1EC8-29CA-4F68-9208-B566617BB7EB}" type="pres">
      <dgm:prSet presAssocID="{E081F716-89B3-4606-BA5C-05FC0EAE497B}" presName="accent_1" presStyleCnt="0"/>
      <dgm:spPr/>
    </dgm:pt>
    <dgm:pt modelId="{6953430A-6DC2-49C5-925F-54E41BBB52CC}" type="pres">
      <dgm:prSet presAssocID="{E081F716-89B3-4606-BA5C-05FC0EAE497B}" presName="accentRepeatNode" presStyleLbl="solidFgAcc1" presStyleIdx="0" presStyleCnt="5"/>
      <dgm:spPr/>
    </dgm:pt>
    <dgm:pt modelId="{7B75629B-E048-478C-AD53-B9698A0051A5}" type="pres">
      <dgm:prSet presAssocID="{8C4BFB22-79FB-4883-BE85-7EF7E0E6FF60}" presName="text_2" presStyleLbl="node1" presStyleIdx="1" presStyleCnt="5">
        <dgm:presLayoutVars>
          <dgm:bulletEnabled val="1"/>
        </dgm:presLayoutVars>
      </dgm:prSet>
      <dgm:spPr/>
    </dgm:pt>
    <dgm:pt modelId="{1F27A65E-7497-4E86-95A0-204DA30BA684}" type="pres">
      <dgm:prSet presAssocID="{8C4BFB22-79FB-4883-BE85-7EF7E0E6FF60}" presName="accent_2" presStyleCnt="0"/>
      <dgm:spPr/>
    </dgm:pt>
    <dgm:pt modelId="{37406E79-767D-4F13-A225-7E0887713A95}" type="pres">
      <dgm:prSet presAssocID="{8C4BFB22-79FB-4883-BE85-7EF7E0E6FF60}" presName="accentRepeatNode" presStyleLbl="solidFgAcc1" presStyleIdx="1" presStyleCnt="5"/>
      <dgm:spPr/>
    </dgm:pt>
    <dgm:pt modelId="{EF487057-57B4-4F2B-B4E5-4163C991AF6C}" type="pres">
      <dgm:prSet presAssocID="{6A706172-366B-4B39-834B-8417D50D919B}" presName="text_3" presStyleLbl="node1" presStyleIdx="2" presStyleCnt="5">
        <dgm:presLayoutVars>
          <dgm:bulletEnabled val="1"/>
        </dgm:presLayoutVars>
      </dgm:prSet>
      <dgm:spPr/>
    </dgm:pt>
    <dgm:pt modelId="{EF5E08CF-E3FA-4290-89FB-00AA10BBB6B9}" type="pres">
      <dgm:prSet presAssocID="{6A706172-366B-4B39-834B-8417D50D919B}" presName="accent_3" presStyleCnt="0"/>
      <dgm:spPr/>
    </dgm:pt>
    <dgm:pt modelId="{D7FB4209-4B12-4FAF-94C8-F077C7EABF3B}" type="pres">
      <dgm:prSet presAssocID="{6A706172-366B-4B39-834B-8417D50D919B}" presName="accentRepeatNode" presStyleLbl="solidFgAcc1" presStyleIdx="2" presStyleCnt="5" custLinFactNeighborX="19341" custLinFactNeighborY="16924"/>
      <dgm:spPr/>
    </dgm:pt>
    <dgm:pt modelId="{64542DAC-FD65-4D81-A6AA-94146033390B}" type="pres">
      <dgm:prSet presAssocID="{7504E38C-EAFC-4F2D-A19C-2FD3BDE61321}" presName="text_4" presStyleLbl="node1" presStyleIdx="3" presStyleCnt="5">
        <dgm:presLayoutVars>
          <dgm:bulletEnabled val="1"/>
        </dgm:presLayoutVars>
      </dgm:prSet>
      <dgm:spPr/>
    </dgm:pt>
    <dgm:pt modelId="{42C42467-D092-41AC-B6F8-CAA823688B07}" type="pres">
      <dgm:prSet presAssocID="{7504E38C-EAFC-4F2D-A19C-2FD3BDE61321}" presName="accent_4" presStyleCnt="0"/>
      <dgm:spPr/>
    </dgm:pt>
    <dgm:pt modelId="{6F4BE2F8-7180-4BA4-A204-560B94DC7D4D}" type="pres">
      <dgm:prSet presAssocID="{7504E38C-EAFC-4F2D-A19C-2FD3BDE61321}" presName="accentRepeatNode" presStyleLbl="solidFgAcc1" presStyleIdx="3" presStyleCnt="5"/>
      <dgm:spPr/>
    </dgm:pt>
    <dgm:pt modelId="{50240C7D-11C2-4CC4-A1A6-64F9DB7171B4}" type="pres">
      <dgm:prSet presAssocID="{87B9F34D-4918-4ECE-BE5D-98EE7172CE32}" presName="text_5" presStyleLbl="node1" presStyleIdx="4" presStyleCnt="5">
        <dgm:presLayoutVars>
          <dgm:bulletEnabled val="1"/>
        </dgm:presLayoutVars>
      </dgm:prSet>
      <dgm:spPr/>
    </dgm:pt>
    <dgm:pt modelId="{4C7B4F5F-C541-43C1-8336-F39F12249782}" type="pres">
      <dgm:prSet presAssocID="{87B9F34D-4918-4ECE-BE5D-98EE7172CE32}" presName="accent_5" presStyleCnt="0"/>
      <dgm:spPr/>
    </dgm:pt>
    <dgm:pt modelId="{8A9C2493-9192-4250-A7FF-AE88D559D633}" type="pres">
      <dgm:prSet presAssocID="{87B9F34D-4918-4ECE-BE5D-98EE7172CE32}" presName="accentRepeatNode" presStyleLbl="solidFgAcc1" presStyleIdx="4" presStyleCnt="5"/>
      <dgm:spPr/>
    </dgm:pt>
  </dgm:ptLst>
  <dgm:cxnLst>
    <dgm:cxn modelId="{2AA8CD19-B498-4C73-BB9B-D2FD2787CBEF}" srcId="{C0112BCB-E19B-4149-ADFF-65B00871589A}" destId="{7504E38C-EAFC-4F2D-A19C-2FD3BDE61321}" srcOrd="3" destOrd="0" parTransId="{5B02BE6A-C374-4227-BF35-758B276994AF}" sibTransId="{05FA1AD1-6C43-4BAD-A852-6551FE255E17}"/>
    <dgm:cxn modelId="{48E0D72A-C2CD-4AC3-9FF8-AF61B3E82CAB}" type="presOf" srcId="{8C4BFB22-79FB-4883-BE85-7EF7E0E6FF60}" destId="{7B75629B-E048-478C-AD53-B9698A0051A5}" srcOrd="0" destOrd="0" presId="urn:microsoft.com/office/officeart/2008/layout/VerticalCurvedList"/>
    <dgm:cxn modelId="{1F6DBE30-C868-4475-882E-AF34D912A86E}" type="presOf" srcId="{E081F716-89B3-4606-BA5C-05FC0EAE497B}" destId="{B66E6535-0820-4BDC-869E-17C4D4012F94}" srcOrd="0" destOrd="0" presId="urn:microsoft.com/office/officeart/2008/layout/VerticalCurvedList"/>
    <dgm:cxn modelId="{ACBF4B37-A422-494B-BFB4-BA95885ACB49}" type="presOf" srcId="{87B9F34D-4918-4ECE-BE5D-98EE7172CE32}" destId="{50240C7D-11C2-4CC4-A1A6-64F9DB7171B4}" srcOrd="0" destOrd="0" presId="urn:microsoft.com/office/officeart/2008/layout/VerticalCurvedList"/>
    <dgm:cxn modelId="{296F0F48-60FF-4818-B305-F48F7DA933B2}" srcId="{C0112BCB-E19B-4149-ADFF-65B00871589A}" destId="{E081F716-89B3-4606-BA5C-05FC0EAE497B}" srcOrd="0" destOrd="0" parTransId="{A13D1924-E615-4E1F-8F17-02BF4ADBCF29}" sibTransId="{40209212-39B2-4334-8C9B-E86D7D236958}"/>
    <dgm:cxn modelId="{B564EE4C-C7AB-4C34-98FA-76A748A63E83}" srcId="{C0112BCB-E19B-4149-ADFF-65B00871589A}" destId="{8C4BFB22-79FB-4883-BE85-7EF7E0E6FF60}" srcOrd="1" destOrd="0" parTransId="{81501371-54FF-4786-A54E-C22114A5C33A}" sibTransId="{C8C8A737-D8DB-4D12-962E-A31AE8D2436A}"/>
    <dgm:cxn modelId="{1FB56D6D-519A-4791-91EF-E55CBF76D840}" srcId="{C0112BCB-E19B-4149-ADFF-65B00871589A}" destId="{6A706172-366B-4B39-834B-8417D50D919B}" srcOrd="2" destOrd="0" parTransId="{09C7DDD5-86D2-42BD-B7C3-8BB5F4DE6B96}" sibTransId="{D89ACF68-6455-405D-A5A6-87E50391298E}"/>
    <dgm:cxn modelId="{07F53F54-4EB5-43C9-9774-6FAC7733D5A0}" type="presOf" srcId="{7504E38C-EAFC-4F2D-A19C-2FD3BDE61321}" destId="{64542DAC-FD65-4D81-A6AA-94146033390B}" srcOrd="0" destOrd="0" presId="urn:microsoft.com/office/officeart/2008/layout/VerticalCurvedList"/>
    <dgm:cxn modelId="{8B02F883-8848-4A04-ADFA-9DB418588F71}" type="presOf" srcId="{40209212-39B2-4334-8C9B-E86D7D236958}" destId="{8996A09F-9773-42FC-BC6F-5A447C93D021}" srcOrd="0" destOrd="0" presId="urn:microsoft.com/office/officeart/2008/layout/VerticalCurvedList"/>
    <dgm:cxn modelId="{4080348F-1F4E-4655-9132-F11181D5C15A}" srcId="{C0112BCB-E19B-4149-ADFF-65B00871589A}" destId="{87B9F34D-4918-4ECE-BE5D-98EE7172CE32}" srcOrd="4" destOrd="0" parTransId="{DBD60741-A09C-4B1A-9292-1A56042D7B3F}" sibTransId="{8B675A33-0074-4FAC-805B-EE7C106B4EF7}"/>
    <dgm:cxn modelId="{747A7ABB-A2C3-4261-8F2E-E2444A74678A}" type="presOf" srcId="{6A706172-366B-4B39-834B-8417D50D919B}" destId="{EF487057-57B4-4F2B-B4E5-4163C991AF6C}" srcOrd="0" destOrd="0" presId="urn:microsoft.com/office/officeart/2008/layout/VerticalCurvedList"/>
    <dgm:cxn modelId="{594EBBF6-E694-4113-A408-C3DADD4C5AD5}" type="presOf" srcId="{C0112BCB-E19B-4149-ADFF-65B00871589A}" destId="{3D1366BB-EAFD-4A7B-BB7E-A2C58D7C6846}" srcOrd="0" destOrd="0" presId="urn:microsoft.com/office/officeart/2008/layout/VerticalCurvedList"/>
    <dgm:cxn modelId="{0FB9ED95-039C-4365-BAD4-4D8F2066F044}" type="presParOf" srcId="{3D1366BB-EAFD-4A7B-BB7E-A2C58D7C6846}" destId="{7B6AE40E-5424-48B7-9F7D-06ACA6987448}" srcOrd="0" destOrd="0" presId="urn:microsoft.com/office/officeart/2008/layout/VerticalCurvedList"/>
    <dgm:cxn modelId="{883DBD1F-0B7D-4636-B9E9-1CCE754E7E55}" type="presParOf" srcId="{7B6AE40E-5424-48B7-9F7D-06ACA6987448}" destId="{AB46653B-1A06-4084-AFBB-06ABA011A21A}" srcOrd="0" destOrd="0" presId="urn:microsoft.com/office/officeart/2008/layout/VerticalCurvedList"/>
    <dgm:cxn modelId="{E54D621F-53E8-4ADD-BA5C-370A46542A2D}" type="presParOf" srcId="{AB46653B-1A06-4084-AFBB-06ABA011A21A}" destId="{EDC32EAF-F8D0-40C1-95FF-F163041D8C0B}" srcOrd="0" destOrd="0" presId="urn:microsoft.com/office/officeart/2008/layout/VerticalCurvedList"/>
    <dgm:cxn modelId="{22A4D276-AC58-45A6-80E3-BBA34716F9B9}" type="presParOf" srcId="{AB46653B-1A06-4084-AFBB-06ABA011A21A}" destId="{8996A09F-9773-42FC-BC6F-5A447C93D021}" srcOrd="1" destOrd="0" presId="urn:microsoft.com/office/officeart/2008/layout/VerticalCurvedList"/>
    <dgm:cxn modelId="{601EBDA0-F18F-484B-9B91-636DFF43E2D1}" type="presParOf" srcId="{AB46653B-1A06-4084-AFBB-06ABA011A21A}" destId="{79FBBDEE-4D74-4313-B6F6-DFB9492EDAC2}" srcOrd="2" destOrd="0" presId="urn:microsoft.com/office/officeart/2008/layout/VerticalCurvedList"/>
    <dgm:cxn modelId="{EE3C3C30-45B4-42D4-B6CB-597F3A627BD9}" type="presParOf" srcId="{AB46653B-1A06-4084-AFBB-06ABA011A21A}" destId="{C404FF73-2E34-491C-820C-DC0C8B3F65C3}" srcOrd="3" destOrd="0" presId="urn:microsoft.com/office/officeart/2008/layout/VerticalCurvedList"/>
    <dgm:cxn modelId="{054F037A-8FD1-4213-A23B-00C9E8B312C3}" type="presParOf" srcId="{7B6AE40E-5424-48B7-9F7D-06ACA6987448}" destId="{B66E6535-0820-4BDC-869E-17C4D4012F94}" srcOrd="1" destOrd="0" presId="urn:microsoft.com/office/officeart/2008/layout/VerticalCurvedList"/>
    <dgm:cxn modelId="{85725D6A-D064-44E6-88B5-EBA489DB622D}" type="presParOf" srcId="{7B6AE40E-5424-48B7-9F7D-06ACA6987448}" destId="{242E1EC8-29CA-4F68-9208-B566617BB7EB}" srcOrd="2" destOrd="0" presId="urn:microsoft.com/office/officeart/2008/layout/VerticalCurvedList"/>
    <dgm:cxn modelId="{001CDF82-2B41-4CB3-885C-9C9EFA42D8DA}" type="presParOf" srcId="{242E1EC8-29CA-4F68-9208-B566617BB7EB}" destId="{6953430A-6DC2-49C5-925F-54E41BBB52CC}" srcOrd="0" destOrd="0" presId="urn:microsoft.com/office/officeart/2008/layout/VerticalCurvedList"/>
    <dgm:cxn modelId="{2D072327-B18D-4101-9818-669C3FF3AC2C}" type="presParOf" srcId="{7B6AE40E-5424-48B7-9F7D-06ACA6987448}" destId="{7B75629B-E048-478C-AD53-B9698A0051A5}" srcOrd="3" destOrd="0" presId="urn:microsoft.com/office/officeart/2008/layout/VerticalCurvedList"/>
    <dgm:cxn modelId="{83886BF0-85F3-4779-85CA-1FBAED098610}" type="presParOf" srcId="{7B6AE40E-5424-48B7-9F7D-06ACA6987448}" destId="{1F27A65E-7497-4E86-95A0-204DA30BA684}" srcOrd="4" destOrd="0" presId="urn:microsoft.com/office/officeart/2008/layout/VerticalCurvedList"/>
    <dgm:cxn modelId="{BBEFFD84-5B2F-4D0E-8563-DA6E286CB2E4}" type="presParOf" srcId="{1F27A65E-7497-4E86-95A0-204DA30BA684}" destId="{37406E79-767D-4F13-A225-7E0887713A95}" srcOrd="0" destOrd="0" presId="urn:microsoft.com/office/officeart/2008/layout/VerticalCurvedList"/>
    <dgm:cxn modelId="{33638E7A-31EA-4C94-A381-3B9F65F75149}" type="presParOf" srcId="{7B6AE40E-5424-48B7-9F7D-06ACA6987448}" destId="{EF487057-57B4-4F2B-B4E5-4163C991AF6C}" srcOrd="5" destOrd="0" presId="urn:microsoft.com/office/officeart/2008/layout/VerticalCurvedList"/>
    <dgm:cxn modelId="{0BB5699B-7721-49F5-A9BB-EDB9F6D3A6CB}" type="presParOf" srcId="{7B6AE40E-5424-48B7-9F7D-06ACA6987448}" destId="{EF5E08CF-E3FA-4290-89FB-00AA10BBB6B9}" srcOrd="6" destOrd="0" presId="urn:microsoft.com/office/officeart/2008/layout/VerticalCurvedList"/>
    <dgm:cxn modelId="{C478A11D-2319-4FFA-AF98-D1CA093E4073}" type="presParOf" srcId="{EF5E08CF-E3FA-4290-89FB-00AA10BBB6B9}" destId="{D7FB4209-4B12-4FAF-94C8-F077C7EABF3B}" srcOrd="0" destOrd="0" presId="urn:microsoft.com/office/officeart/2008/layout/VerticalCurvedList"/>
    <dgm:cxn modelId="{9B369CB1-E7C5-46AD-A620-BBF6B4674C95}" type="presParOf" srcId="{7B6AE40E-5424-48B7-9F7D-06ACA6987448}" destId="{64542DAC-FD65-4D81-A6AA-94146033390B}" srcOrd="7" destOrd="0" presId="urn:microsoft.com/office/officeart/2008/layout/VerticalCurvedList"/>
    <dgm:cxn modelId="{E9641CE6-02E2-4781-AE99-75B18323C350}" type="presParOf" srcId="{7B6AE40E-5424-48B7-9F7D-06ACA6987448}" destId="{42C42467-D092-41AC-B6F8-CAA823688B07}" srcOrd="8" destOrd="0" presId="urn:microsoft.com/office/officeart/2008/layout/VerticalCurvedList"/>
    <dgm:cxn modelId="{08B861AF-60CA-4053-855B-0E38439F4130}" type="presParOf" srcId="{42C42467-D092-41AC-B6F8-CAA823688B07}" destId="{6F4BE2F8-7180-4BA4-A204-560B94DC7D4D}" srcOrd="0" destOrd="0" presId="urn:microsoft.com/office/officeart/2008/layout/VerticalCurvedList"/>
    <dgm:cxn modelId="{038291A3-1482-4141-BAA8-7E8D5FBB3179}" type="presParOf" srcId="{7B6AE40E-5424-48B7-9F7D-06ACA6987448}" destId="{50240C7D-11C2-4CC4-A1A6-64F9DB7171B4}" srcOrd="9" destOrd="0" presId="urn:microsoft.com/office/officeart/2008/layout/VerticalCurvedList"/>
    <dgm:cxn modelId="{E7351733-5A9C-4BED-BC5D-7AA83D4A9E66}" type="presParOf" srcId="{7B6AE40E-5424-48B7-9F7D-06ACA6987448}" destId="{4C7B4F5F-C541-43C1-8336-F39F12249782}" srcOrd="10" destOrd="0" presId="urn:microsoft.com/office/officeart/2008/layout/VerticalCurvedList"/>
    <dgm:cxn modelId="{34E7AC5F-28E6-40C4-9BBE-7D6DEAB40869}" type="presParOf" srcId="{4C7B4F5F-C541-43C1-8336-F39F12249782}" destId="{8A9C2493-9192-4250-A7FF-AE88D559D633}"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03B2F7-0811-463F-9CF3-BAC62304A61A}" type="doc">
      <dgm:prSet loTypeId="urn:microsoft.com/office/officeart/2005/8/layout/pyramid2" loCatId="list" qsTypeId="urn:microsoft.com/office/officeart/2005/8/quickstyle/simple1" qsCatId="simple" csTypeId="urn:microsoft.com/office/officeart/2005/8/colors/accent6_5" csCatId="accent6" phldr="1"/>
      <dgm:spPr/>
      <dgm:t>
        <a:bodyPr/>
        <a:lstStyle/>
        <a:p>
          <a:endParaRPr lang="en-US"/>
        </a:p>
      </dgm:t>
    </dgm:pt>
    <dgm:pt modelId="{E71FF755-E57C-4FDA-8CD6-EE873D8FCA6E}">
      <dgm:prSet phldrT="[Text]" custT="1"/>
      <dgm:spPr/>
      <dgm:t>
        <a:bodyPr/>
        <a:lstStyle/>
        <a:p>
          <a:r>
            <a:rPr lang="en-US" sz="1800" dirty="0"/>
            <a:t>Customer service and exchange</a:t>
          </a:r>
        </a:p>
      </dgm:t>
    </dgm:pt>
    <dgm:pt modelId="{A26F4789-E9D2-4B5A-8472-8DBC62C9AF07}" type="parTrans" cxnId="{95CC8B6D-8736-4544-BEEA-2F6AA0387463}">
      <dgm:prSet/>
      <dgm:spPr/>
      <dgm:t>
        <a:bodyPr/>
        <a:lstStyle/>
        <a:p>
          <a:endParaRPr lang="en-US"/>
        </a:p>
      </dgm:t>
    </dgm:pt>
    <dgm:pt modelId="{E632F10C-55BF-441A-B9CF-C84CF25260B1}" type="sibTrans" cxnId="{95CC8B6D-8736-4544-BEEA-2F6AA0387463}">
      <dgm:prSet/>
      <dgm:spPr/>
      <dgm:t>
        <a:bodyPr/>
        <a:lstStyle/>
        <a:p>
          <a:endParaRPr lang="en-US"/>
        </a:p>
      </dgm:t>
    </dgm:pt>
    <dgm:pt modelId="{9E72686D-45F1-45F5-A6E1-0F704911702D}">
      <dgm:prSet phldrT="[Text]" custT="1"/>
      <dgm:spPr/>
      <dgm:t>
        <a:bodyPr/>
        <a:lstStyle/>
        <a:p>
          <a:r>
            <a:rPr lang="en-US" sz="1800" dirty="0"/>
            <a:t>Refund and cancellation policy</a:t>
          </a:r>
          <a:endParaRPr lang="en-US" sz="2300" dirty="0"/>
        </a:p>
      </dgm:t>
    </dgm:pt>
    <dgm:pt modelId="{43B32F1A-B181-4378-A549-AAC920686D4A}" type="parTrans" cxnId="{3437FFEA-A792-49B0-A00E-37F5AFA90F90}">
      <dgm:prSet/>
      <dgm:spPr/>
      <dgm:t>
        <a:bodyPr/>
        <a:lstStyle/>
        <a:p>
          <a:endParaRPr lang="en-US"/>
        </a:p>
      </dgm:t>
    </dgm:pt>
    <dgm:pt modelId="{B0ABCD21-4116-4170-8A60-5D3901FCE03B}" type="sibTrans" cxnId="{3437FFEA-A792-49B0-A00E-37F5AFA90F90}">
      <dgm:prSet/>
      <dgm:spPr/>
      <dgm:t>
        <a:bodyPr/>
        <a:lstStyle/>
        <a:p>
          <a:endParaRPr lang="en-US"/>
        </a:p>
      </dgm:t>
    </dgm:pt>
    <dgm:pt modelId="{7EEA1FCD-2014-4379-B4F9-B9BC60DBBDF5}">
      <dgm:prSet phldrT="[Text]" custT="1"/>
      <dgm:spPr/>
      <dgm:t>
        <a:bodyPr/>
        <a:lstStyle/>
        <a:p>
          <a:r>
            <a:rPr lang="en-US" sz="1800" dirty="0"/>
            <a:t>The price level of this organization is high</a:t>
          </a:r>
        </a:p>
      </dgm:t>
    </dgm:pt>
    <dgm:pt modelId="{B1F8CAE8-280A-42D7-8E66-3122B11C199E}" type="parTrans" cxnId="{6A49EA5A-346F-45F2-A72B-4D62BB87096A}">
      <dgm:prSet/>
      <dgm:spPr/>
      <dgm:t>
        <a:bodyPr/>
        <a:lstStyle/>
        <a:p>
          <a:endParaRPr lang="en-US"/>
        </a:p>
      </dgm:t>
    </dgm:pt>
    <dgm:pt modelId="{F7C1CFAD-50F3-4994-ABF4-BF9CF1A0FD33}" type="sibTrans" cxnId="{6A49EA5A-346F-45F2-A72B-4D62BB87096A}">
      <dgm:prSet/>
      <dgm:spPr/>
      <dgm:t>
        <a:bodyPr/>
        <a:lstStyle/>
        <a:p>
          <a:endParaRPr lang="en-US"/>
        </a:p>
      </dgm:t>
    </dgm:pt>
    <dgm:pt modelId="{DD5AE8AD-69F5-4BD6-8725-F4EE9E0057E1}">
      <dgm:prSet phldrT="[Text]" custT="1"/>
      <dgm:spPr/>
      <dgm:t>
        <a:bodyPr/>
        <a:lstStyle/>
        <a:p>
          <a:r>
            <a:rPr lang="en-US" sz="1800" dirty="0"/>
            <a:t>Defective product</a:t>
          </a:r>
        </a:p>
      </dgm:t>
    </dgm:pt>
    <dgm:pt modelId="{ECA556B1-54DD-40E5-8AC2-8B8411FCF3E7}" type="parTrans" cxnId="{F8EEA243-E02E-4A30-9BAF-B78E6B025F3C}">
      <dgm:prSet/>
      <dgm:spPr/>
      <dgm:t>
        <a:bodyPr/>
        <a:lstStyle/>
        <a:p>
          <a:endParaRPr lang="en-US"/>
        </a:p>
      </dgm:t>
    </dgm:pt>
    <dgm:pt modelId="{01892995-AD32-4AEF-825A-5D99686C3751}" type="sibTrans" cxnId="{F8EEA243-E02E-4A30-9BAF-B78E6B025F3C}">
      <dgm:prSet/>
      <dgm:spPr/>
      <dgm:t>
        <a:bodyPr/>
        <a:lstStyle/>
        <a:p>
          <a:endParaRPr lang="en-US"/>
        </a:p>
      </dgm:t>
    </dgm:pt>
    <dgm:pt modelId="{7F514CEC-EB5E-48F7-8783-CFB61126C7FF}" type="pres">
      <dgm:prSet presAssocID="{7403B2F7-0811-463F-9CF3-BAC62304A61A}" presName="compositeShape" presStyleCnt="0">
        <dgm:presLayoutVars>
          <dgm:dir/>
          <dgm:resizeHandles/>
        </dgm:presLayoutVars>
      </dgm:prSet>
      <dgm:spPr/>
    </dgm:pt>
    <dgm:pt modelId="{9842D4BF-CE62-4C37-92E0-DBD81FC58CA8}" type="pres">
      <dgm:prSet presAssocID="{7403B2F7-0811-463F-9CF3-BAC62304A61A}" presName="pyramid" presStyleLbl="node1" presStyleIdx="0" presStyleCnt="1" custLinFactX="23127" custLinFactNeighborX="100000" custLinFactNeighborY="-8464"/>
      <dgm:spPr/>
    </dgm:pt>
    <dgm:pt modelId="{388D3FB0-6E1B-4968-933C-EB467103EC83}" type="pres">
      <dgm:prSet presAssocID="{7403B2F7-0811-463F-9CF3-BAC62304A61A}" presName="theList" presStyleCnt="0"/>
      <dgm:spPr/>
    </dgm:pt>
    <dgm:pt modelId="{B4D10B0B-F21E-48BD-8F76-3C5CFEBFBE40}" type="pres">
      <dgm:prSet presAssocID="{E71FF755-E57C-4FDA-8CD6-EE873D8FCA6E}" presName="aNode" presStyleLbl="fgAcc1" presStyleIdx="0" presStyleCnt="4">
        <dgm:presLayoutVars>
          <dgm:bulletEnabled val="1"/>
        </dgm:presLayoutVars>
      </dgm:prSet>
      <dgm:spPr/>
    </dgm:pt>
    <dgm:pt modelId="{A6A4E604-70E8-4578-8A2F-4783475A0EC0}" type="pres">
      <dgm:prSet presAssocID="{E71FF755-E57C-4FDA-8CD6-EE873D8FCA6E}" presName="aSpace" presStyleCnt="0"/>
      <dgm:spPr/>
    </dgm:pt>
    <dgm:pt modelId="{432B33EA-0DA6-4CF9-83F6-B7BE0A7ECDDB}" type="pres">
      <dgm:prSet presAssocID="{9E72686D-45F1-45F5-A6E1-0F704911702D}" presName="aNode" presStyleLbl="fgAcc1" presStyleIdx="1" presStyleCnt="4">
        <dgm:presLayoutVars>
          <dgm:bulletEnabled val="1"/>
        </dgm:presLayoutVars>
      </dgm:prSet>
      <dgm:spPr/>
    </dgm:pt>
    <dgm:pt modelId="{B33F5915-742E-42F8-A9D4-982FDB33F53D}" type="pres">
      <dgm:prSet presAssocID="{9E72686D-45F1-45F5-A6E1-0F704911702D}" presName="aSpace" presStyleCnt="0"/>
      <dgm:spPr/>
    </dgm:pt>
    <dgm:pt modelId="{32CE25E3-6E60-4D4E-9E0E-A6DECBD97BCA}" type="pres">
      <dgm:prSet presAssocID="{7EEA1FCD-2014-4379-B4F9-B9BC60DBBDF5}" presName="aNode" presStyleLbl="fgAcc1" presStyleIdx="2" presStyleCnt="4">
        <dgm:presLayoutVars>
          <dgm:bulletEnabled val="1"/>
        </dgm:presLayoutVars>
      </dgm:prSet>
      <dgm:spPr/>
    </dgm:pt>
    <dgm:pt modelId="{D37529B3-CD2C-4350-A306-7F3FE6B6E04D}" type="pres">
      <dgm:prSet presAssocID="{7EEA1FCD-2014-4379-B4F9-B9BC60DBBDF5}" presName="aSpace" presStyleCnt="0"/>
      <dgm:spPr/>
    </dgm:pt>
    <dgm:pt modelId="{D3B5368C-005E-4137-A52C-081D3C7969BD}" type="pres">
      <dgm:prSet presAssocID="{DD5AE8AD-69F5-4BD6-8725-F4EE9E0057E1}" presName="aNode" presStyleLbl="fgAcc1" presStyleIdx="3" presStyleCnt="4">
        <dgm:presLayoutVars>
          <dgm:bulletEnabled val="1"/>
        </dgm:presLayoutVars>
      </dgm:prSet>
      <dgm:spPr/>
    </dgm:pt>
    <dgm:pt modelId="{0A958044-7DDA-46D2-81D5-0EDDD8169201}" type="pres">
      <dgm:prSet presAssocID="{DD5AE8AD-69F5-4BD6-8725-F4EE9E0057E1}" presName="aSpace" presStyleCnt="0"/>
      <dgm:spPr/>
    </dgm:pt>
  </dgm:ptLst>
  <dgm:cxnLst>
    <dgm:cxn modelId="{DE9A2D63-5930-44AA-8604-4B16CA7F5271}" type="presOf" srcId="{7EEA1FCD-2014-4379-B4F9-B9BC60DBBDF5}" destId="{32CE25E3-6E60-4D4E-9E0E-A6DECBD97BCA}" srcOrd="0" destOrd="0" presId="urn:microsoft.com/office/officeart/2005/8/layout/pyramid2"/>
    <dgm:cxn modelId="{F8EEA243-E02E-4A30-9BAF-B78E6B025F3C}" srcId="{7403B2F7-0811-463F-9CF3-BAC62304A61A}" destId="{DD5AE8AD-69F5-4BD6-8725-F4EE9E0057E1}" srcOrd="3" destOrd="0" parTransId="{ECA556B1-54DD-40E5-8AC2-8B8411FCF3E7}" sibTransId="{01892995-AD32-4AEF-825A-5D99686C3751}"/>
    <dgm:cxn modelId="{95CC8B6D-8736-4544-BEEA-2F6AA0387463}" srcId="{7403B2F7-0811-463F-9CF3-BAC62304A61A}" destId="{E71FF755-E57C-4FDA-8CD6-EE873D8FCA6E}" srcOrd="0" destOrd="0" parTransId="{A26F4789-E9D2-4B5A-8472-8DBC62C9AF07}" sibTransId="{E632F10C-55BF-441A-B9CF-C84CF25260B1}"/>
    <dgm:cxn modelId="{6A49EA5A-346F-45F2-A72B-4D62BB87096A}" srcId="{7403B2F7-0811-463F-9CF3-BAC62304A61A}" destId="{7EEA1FCD-2014-4379-B4F9-B9BC60DBBDF5}" srcOrd="2" destOrd="0" parTransId="{B1F8CAE8-280A-42D7-8E66-3122B11C199E}" sibTransId="{F7C1CFAD-50F3-4994-ABF4-BF9CF1A0FD33}"/>
    <dgm:cxn modelId="{231B8C7C-79CD-459F-9CA8-B3B86F3C18D5}" type="presOf" srcId="{7403B2F7-0811-463F-9CF3-BAC62304A61A}" destId="{7F514CEC-EB5E-48F7-8783-CFB61126C7FF}" srcOrd="0" destOrd="0" presId="urn:microsoft.com/office/officeart/2005/8/layout/pyramid2"/>
    <dgm:cxn modelId="{351DF384-21D5-483D-94AA-8FDF335492BE}" type="presOf" srcId="{9E72686D-45F1-45F5-A6E1-0F704911702D}" destId="{432B33EA-0DA6-4CF9-83F6-B7BE0A7ECDDB}" srcOrd="0" destOrd="0" presId="urn:microsoft.com/office/officeart/2005/8/layout/pyramid2"/>
    <dgm:cxn modelId="{56D968A8-27AF-46BC-8215-E6DB7BEE1DE5}" type="presOf" srcId="{DD5AE8AD-69F5-4BD6-8725-F4EE9E0057E1}" destId="{D3B5368C-005E-4137-A52C-081D3C7969BD}" srcOrd="0" destOrd="0" presId="urn:microsoft.com/office/officeart/2005/8/layout/pyramid2"/>
    <dgm:cxn modelId="{EC07A1B1-85E9-4592-A4C5-CB9BAEE82D71}" type="presOf" srcId="{E71FF755-E57C-4FDA-8CD6-EE873D8FCA6E}" destId="{B4D10B0B-F21E-48BD-8F76-3C5CFEBFBE40}" srcOrd="0" destOrd="0" presId="urn:microsoft.com/office/officeart/2005/8/layout/pyramid2"/>
    <dgm:cxn modelId="{3437FFEA-A792-49B0-A00E-37F5AFA90F90}" srcId="{7403B2F7-0811-463F-9CF3-BAC62304A61A}" destId="{9E72686D-45F1-45F5-A6E1-0F704911702D}" srcOrd="1" destOrd="0" parTransId="{43B32F1A-B181-4378-A549-AAC920686D4A}" sibTransId="{B0ABCD21-4116-4170-8A60-5D3901FCE03B}"/>
    <dgm:cxn modelId="{63718286-18CE-440F-8C5B-2B31EEE541A4}" type="presParOf" srcId="{7F514CEC-EB5E-48F7-8783-CFB61126C7FF}" destId="{9842D4BF-CE62-4C37-92E0-DBD81FC58CA8}" srcOrd="0" destOrd="0" presId="urn:microsoft.com/office/officeart/2005/8/layout/pyramid2"/>
    <dgm:cxn modelId="{7027CB40-3FAE-4FA7-A278-4E9413EA0A15}" type="presParOf" srcId="{7F514CEC-EB5E-48F7-8783-CFB61126C7FF}" destId="{388D3FB0-6E1B-4968-933C-EB467103EC83}" srcOrd="1" destOrd="0" presId="urn:microsoft.com/office/officeart/2005/8/layout/pyramid2"/>
    <dgm:cxn modelId="{D14A8D89-2FB2-473A-AEB4-2776A2C7D8A6}" type="presParOf" srcId="{388D3FB0-6E1B-4968-933C-EB467103EC83}" destId="{B4D10B0B-F21E-48BD-8F76-3C5CFEBFBE40}" srcOrd="0" destOrd="0" presId="urn:microsoft.com/office/officeart/2005/8/layout/pyramid2"/>
    <dgm:cxn modelId="{8A3E1D25-5C64-41D5-9491-259C148E6490}" type="presParOf" srcId="{388D3FB0-6E1B-4968-933C-EB467103EC83}" destId="{A6A4E604-70E8-4578-8A2F-4783475A0EC0}" srcOrd="1" destOrd="0" presId="urn:microsoft.com/office/officeart/2005/8/layout/pyramid2"/>
    <dgm:cxn modelId="{06605D3F-A985-4392-B89E-6A91FB0AAB72}" type="presParOf" srcId="{388D3FB0-6E1B-4968-933C-EB467103EC83}" destId="{432B33EA-0DA6-4CF9-83F6-B7BE0A7ECDDB}" srcOrd="2" destOrd="0" presId="urn:microsoft.com/office/officeart/2005/8/layout/pyramid2"/>
    <dgm:cxn modelId="{D109C3D7-05BC-44BB-AA25-ECAA5C9C1B95}" type="presParOf" srcId="{388D3FB0-6E1B-4968-933C-EB467103EC83}" destId="{B33F5915-742E-42F8-A9D4-982FDB33F53D}" srcOrd="3" destOrd="0" presId="urn:microsoft.com/office/officeart/2005/8/layout/pyramid2"/>
    <dgm:cxn modelId="{254464A3-ECAB-4F84-956C-235E4BFAF0F8}" type="presParOf" srcId="{388D3FB0-6E1B-4968-933C-EB467103EC83}" destId="{32CE25E3-6E60-4D4E-9E0E-A6DECBD97BCA}" srcOrd="4" destOrd="0" presId="urn:microsoft.com/office/officeart/2005/8/layout/pyramid2"/>
    <dgm:cxn modelId="{7159945A-CA5F-47EA-BE4A-4251A23C7830}" type="presParOf" srcId="{388D3FB0-6E1B-4968-933C-EB467103EC83}" destId="{D37529B3-CD2C-4350-A306-7F3FE6B6E04D}" srcOrd="5" destOrd="0" presId="urn:microsoft.com/office/officeart/2005/8/layout/pyramid2"/>
    <dgm:cxn modelId="{74F9DFAC-7778-4CAB-BBF8-625B1F65B979}" type="presParOf" srcId="{388D3FB0-6E1B-4968-933C-EB467103EC83}" destId="{D3B5368C-005E-4137-A52C-081D3C7969BD}" srcOrd="6" destOrd="0" presId="urn:microsoft.com/office/officeart/2005/8/layout/pyramid2"/>
    <dgm:cxn modelId="{86749570-3D12-4F09-8226-2D890C7AB2F9}" type="presParOf" srcId="{388D3FB0-6E1B-4968-933C-EB467103EC83}" destId="{0A958044-7DDA-46D2-81D5-0EDDD8169201}" srcOrd="7"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D91AC32-7CF5-42CC-ABC1-794CF740ECEE}" type="doc">
      <dgm:prSet loTypeId="urn:microsoft.com/office/officeart/2005/8/layout/chevronAccent+Icon" loCatId="process" qsTypeId="urn:microsoft.com/office/officeart/2005/8/quickstyle/simple1" qsCatId="simple" csTypeId="urn:microsoft.com/office/officeart/2005/8/colors/accent1_2" csCatId="accent1" phldr="1"/>
      <dgm:spPr/>
    </dgm:pt>
    <dgm:pt modelId="{749BD5C2-3C89-4DCB-8ABC-981D94FFAFF7}">
      <dgm:prSet phldrT="[Text]"/>
      <dgm:spPr/>
      <dgm:t>
        <a:bodyPr/>
        <a:lstStyle/>
        <a:p>
          <a:r>
            <a:rPr lang="en-US" dirty="0"/>
            <a:t>Market share growth</a:t>
          </a:r>
        </a:p>
      </dgm:t>
    </dgm:pt>
    <dgm:pt modelId="{AA2B6709-FE96-49BD-9A8F-6501DF3F2092}" type="parTrans" cxnId="{75BE5EA7-9E30-470A-8D1C-237F26B8C23A}">
      <dgm:prSet/>
      <dgm:spPr/>
      <dgm:t>
        <a:bodyPr/>
        <a:lstStyle/>
        <a:p>
          <a:endParaRPr lang="en-US"/>
        </a:p>
      </dgm:t>
    </dgm:pt>
    <dgm:pt modelId="{7EF200C0-660E-4B86-AAC6-BDE7DE25A243}" type="sibTrans" cxnId="{75BE5EA7-9E30-470A-8D1C-237F26B8C23A}">
      <dgm:prSet/>
      <dgm:spPr/>
      <dgm:t>
        <a:bodyPr/>
        <a:lstStyle/>
        <a:p>
          <a:endParaRPr lang="en-US"/>
        </a:p>
      </dgm:t>
    </dgm:pt>
    <dgm:pt modelId="{F3211D36-5801-421D-A018-EFE26C5AE883}">
      <dgm:prSet phldrT="[Text]"/>
      <dgm:spPr/>
      <dgm:t>
        <a:bodyPr/>
        <a:lstStyle/>
        <a:p>
          <a:r>
            <a:rPr lang="en-US" dirty="0"/>
            <a:t>Competitive advantage</a:t>
          </a:r>
        </a:p>
      </dgm:t>
    </dgm:pt>
    <dgm:pt modelId="{0182C51E-2022-429C-838C-D89068C2BC32}" type="parTrans" cxnId="{403BECD6-D03C-4898-875E-7A69F70F7327}">
      <dgm:prSet/>
      <dgm:spPr/>
      <dgm:t>
        <a:bodyPr/>
        <a:lstStyle/>
        <a:p>
          <a:endParaRPr lang="en-US"/>
        </a:p>
      </dgm:t>
    </dgm:pt>
    <dgm:pt modelId="{80DF1A19-4E66-4849-9141-BAF8811D3850}" type="sibTrans" cxnId="{403BECD6-D03C-4898-875E-7A69F70F7327}">
      <dgm:prSet/>
      <dgm:spPr/>
      <dgm:t>
        <a:bodyPr/>
        <a:lstStyle/>
        <a:p>
          <a:endParaRPr lang="en-US"/>
        </a:p>
      </dgm:t>
    </dgm:pt>
    <dgm:pt modelId="{5972FC09-BD5C-44F3-A8D0-DE8396DEE9CE}">
      <dgm:prSet phldrT="[Text]"/>
      <dgm:spPr/>
      <dgm:t>
        <a:bodyPr/>
        <a:lstStyle/>
        <a:p>
          <a:r>
            <a:rPr lang="en-US" dirty="0"/>
            <a:t>Brand reputation</a:t>
          </a:r>
        </a:p>
      </dgm:t>
    </dgm:pt>
    <dgm:pt modelId="{41DF9F77-BFBA-4D5C-85C1-F7EDF539AC34}" type="parTrans" cxnId="{2E61FC14-755A-4B88-937E-030F25C334F9}">
      <dgm:prSet/>
      <dgm:spPr/>
      <dgm:t>
        <a:bodyPr/>
        <a:lstStyle/>
        <a:p>
          <a:endParaRPr lang="en-US"/>
        </a:p>
      </dgm:t>
    </dgm:pt>
    <dgm:pt modelId="{CD5B64FB-DED0-4820-8671-777E2DCCF613}" type="sibTrans" cxnId="{2E61FC14-755A-4B88-937E-030F25C334F9}">
      <dgm:prSet/>
      <dgm:spPr/>
      <dgm:t>
        <a:bodyPr/>
        <a:lstStyle/>
        <a:p>
          <a:endParaRPr lang="en-US"/>
        </a:p>
      </dgm:t>
    </dgm:pt>
    <dgm:pt modelId="{47AEFC65-2750-4229-A53D-1D0DE97C6382}" type="pres">
      <dgm:prSet presAssocID="{9D91AC32-7CF5-42CC-ABC1-794CF740ECEE}" presName="Name0" presStyleCnt="0">
        <dgm:presLayoutVars>
          <dgm:dir/>
          <dgm:resizeHandles val="exact"/>
        </dgm:presLayoutVars>
      </dgm:prSet>
      <dgm:spPr/>
    </dgm:pt>
    <dgm:pt modelId="{8F556ADE-4A06-40B8-8C28-4399C1D7CD0F}" type="pres">
      <dgm:prSet presAssocID="{749BD5C2-3C89-4DCB-8ABC-981D94FFAFF7}" presName="composite" presStyleCnt="0"/>
      <dgm:spPr/>
    </dgm:pt>
    <dgm:pt modelId="{3639D130-5609-4655-8B84-ED22B0906D5A}" type="pres">
      <dgm:prSet presAssocID="{749BD5C2-3C89-4DCB-8ABC-981D94FFAFF7}" presName="bgChev" presStyleLbl="node1" presStyleIdx="0" presStyleCnt="3"/>
      <dgm:spPr/>
    </dgm:pt>
    <dgm:pt modelId="{94BFB10B-4037-4F1F-A9FD-28C64F93C735}" type="pres">
      <dgm:prSet presAssocID="{749BD5C2-3C89-4DCB-8ABC-981D94FFAFF7}" presName="txNode" presStyleLbl="fgAcc1" presStyleIdx="0" presStyleCnt="3">
        <dgm:presLayoutVars>
          <dgm:bulletEnabled val="1"/>
        </dgm:presLayoutVars>
      </dgm:prSet>
      <dgm:spPr/>
    </dgm:pt>
    <dgm:pt modelId="{2258FFBC-CFF3-48C5-92C7-6D84A92C5D77}" type="pres">
      <dgm:prSet presAssocID="{7EF200C0-660E-4B86-AAC6-BDE7DE25A243}" presName="compositeSpace" presStyleCnt="0"/>
      <dgm:spPr/>
    </dgm:pt>
    <dgm:pt modelId="{CCA0969E-9AB0-4BCB-8EFE-19659843A3E1}" type="pres">
      <dgm:prSet presAssocID="{F3211D36-5801-421D-A018-EFE26C5AE883}" presName="composite" presStyleCnt="0"/>
      <dgm:spPr/>
    </dgm:pt>
    <dgm:pt modelId="{52E97C02-863A-4764-B24D-4B2E0BE3610A}" type="pres">
      <dgm:prSet presAssocID="{F3211D36-5801-421D-A018-EFE26C5AE883}" presName="bgChev" presStyleLbl="node1" presStyleIdx="1" presStyleCnt="3"/>
      <dgm:spPr/>
    </dgm:pt>
    <dgm:pt modelId="{B8327927-A5D0-46E9-98E6-873B87A2DCCF}" type="pres">
      <dgm:prSet presAssocID="{F3211D36-5801-421D-A018-EFE26C5AE883}" presName="txNode" presStyleLbl="fgAcc1" presStyleIdx="1" presStyleCnt="3" custLinFactNeighborX="4247" custLinFactNeighborY="-3097">
        <dgm:presLayoutVars>
          <dgm:bulletEnabled val="1"/>
        </dgm:presLayoutVars>
      </dgm:prSet>
      <dgm:spPr/>
    </dgm:pt>
    <dgm:pt modelId="{D951D6EA-F7A3-4BE4-B6FF-D0FA84910C7F}" type="pres">
      <dgm:prSet presAssocID="{80DF1A19-4E66-4849-9141-BAF8811D3850}" presName="compositeSpace" presStyleCnt="0"/>
      <dgm:spPr/>
    </dgm:pt>
    <dgm:pt modelId="{91FE2E8D-3234-4BC5-B0EB-49F9769C6000}" type="pres">
      <dgm:prSet presAssocID="{5972FC09-BD5C-44F3-A8D0-DE8396DEE9CE}" presName="composite" presStyleCnt="0"/>
      <dgm:spPr/>
    </dgm:pt>
    <dgm:pt modelId="{4BF9FC5E-BD50-4A00-8415-ED04F9923B38}" type="pres">
      <dgm:prSet presAssocID="{5972FC09-BD5C-44F3-A8D0-DE8396DEE9CE}" presName="bgChev" presStyleLbl="node1" presStyleIdx="2" presStyleCnt="3"/>
      <dgm:spPr/>
    </dgm:pt>
    <dgm:pt modelId="{BA038364-642B-424D-9E88-40841CCAA83B}" type="pres">
      <dgm:prSet presAssocID="{5972FC09-BD5C-44F3-A8D0-DE8396DEE9CE}" presName="txNode" presStyleLbl="fgAcc1" presStyleIdx="2" presStyleCnt="3">
        <dgm:presLayoutVars>
          <dgm:bulletEnabled val="1"/>
        </dgm:presLayoutVars>
      </dgm:prSet>
      <dgm:spPr/>
    </dgm:pt>
  </dgm:ptLst>
  <dgm:cxnLst>
    <dgm:cxn modelId="{2E61FC14-755A-4B88-937E-030F25C334F9}" srcId="{9D91AC32-7CF5-42CC-ABC1-794CF740ECEE}" destId="{5972FC09-BD5C-44F3-A8D0-DE8396DEE9CE}" srcOrd="2" destOrd="0" parTransId="{41DF9F77-BFBA-4D5C-85C1-F7EDF539AC34}" sibTransId="{CD5B64FB-DED0-4820-8671-777E2DCCF613}"/>
    <dgm:cxn modelId="{45F67D18-C47C-4EB9-9128-B91D568DA333}" type="presOf" srcId="{9D91AC32-7CF5-42CC-ABC1-794CF740ECEE}" destId="{47AEFC65-2750-4229-A53D-1D0DE97C6382}" srcOrd="0" destOrd="0" presId="urn:microsoft.com/office/officeart/2005/8/layout/chevronAccent+Icon"/>
    <dgm:cxn modelId="{8B81F771-52B9-418C-8063-2DAAD6575EB3}" type="presOf" srcId="{F3211D36-5801-421D-A018-EFE26C5AE883}" destId="{B8327927-A5D0-46E9-98E6-873B87A2DCCF}" srcOrd="0" destOrd="0" presId="urn:microsoft.com/office/officeart/2005/8/layout/chevronAccent+Icon"/>
    <dgm:cxn modelId="{75BE5EA7-9E30-470A-8D1C-237F26B8C23A}" srcId="{9D91AC32-7CF5-42CC-ABC1-794CF740ECEE}" destId="{749BD5C2-3C89-4DCB-8ABC-981D94FFAFF7}" srcOrd="0" destOrd="0" parTransId="{AA2B6709-FE96-49BD-9A8F-6501DF3F2092}" sibTransId="{7EF200C0-660E-4B86-AAC6-BDE7DE25A243}"/>
    <dgm:cxn modelId="{9481A5C1-5980-4B9D-8736-6D8B304DCB3E}" type="presOf" srcId="{5972FC09-BD5C-44F3-A8D0-DE8396DEE9CE}" destId="{BA038364-642B-424D-9E88-40841CCAA83B}" srcOrd="0" destOrd="0" presId="urn:microsoft.com/office/officeart/2005/8/layout/chevronAccent+Icon"/>
    <dgm:cxn modelId="{403BECD6-D03C-4898-875E-7A69F70F7327}" srcId="{9D91AC32-7CF5-42CC-ABC1-794CF740ECEE}" destId="{F3211D36-5801-421D-A018-EFE26C5AE883}" srcOrd="1" destOrd="0" parTransId="{0182C51E-2022-429C-838C-D89068C2BC32}" sibTransId="{80DF1A19-4E66-4849-9141-BAF8811D3850}"/>
    <dgm:cxn modelId="{6B2872DE-CFE5-4750-B5D6-F8D4327CAFDF}" type="presOf" srcId="{749BD5C2-3C89-4DCB-8ABC-981D94FFAFF7}" destId="{94BFB10B-4037-4F1F-A9FD-28C64F93C735}" srcOrd="0" destOrd="0" presId="urn:microsoft.com/office/officeart/2005/8/layout/chevronAccent+Icon"/>
    <dgm:cxn modelId="{45FB6C2B-88C4-4AF2-B821-496D7209409F}" type="presParOf" srcId="{47AEFC65-2750-4229-A53D-1D0DE97C6382}" destId="{8F556ADE-4A06-40B8-8C28-4399C1D7CD0F}" srcOrd="0" destOrd="0" presId="urn:microsoft.com/office/officeart/2005/8/layout/chevronAccent+Icon"/>
    <dgm:cxn modelId="{582CB149-9E33-403F-AABE-E4812F0DFA81}" type="presParOf" srcId="{8F556ADE-4A06-40B8-8C28-4399C1D7CD0F}" destId="{3639D130-5609-4655-8B84-ED22B0906D5A}" srcOrd="0" destOrd="0" presId="urn:microsoft.com/office/officeart/2005/8/layout/chevronAccent+Icon"/>
    <dgm:cxn modelId="{8774E36E-8ABE-4770-ADE3-0C1CCE6660E4}" type="presParOf" srcId="{8F556ADE-4A06-40B8-8C28-4399C1D7CD0F}" destId="{94BFB10B-4037-4F1F-A9FD-28C64F93C735}" srcOrd="1" destOrd="0" presId="urn:microsoft.com/office/officeart/2005/8/layout/chevronAccent+Icon"/>
    <dgm:cxn modelId="{9E735954-CD77-4C07-9FAD-114756184731}" type="presParOf" srcId="{47AEFC65-2750-4229-A53D-1D0DE97C6382}" destId="{2258FFBC-CFF3-48C5-92C7-6D84A92C5D77}" srcOrd="1" destOrd="0" presId="urn:microsoft.com/office/officeart/2005/8/layout/chevronAccent+Icon"/>
    <dgm:cxn modelId="{97B2F26E-BDE4-4A73-83F2-20E4414E7EA2}" type="presParOf" srcId="{47AEFC65-2750-4229-A53D-1D0DE97C6382}" destId="{CCA0969E-9AB0-4BCB-8EFE-19659843A3E1}" srcOrd="2" destOrd="0" presId="urn:microsoft.com/office/officeart/2005/8/layout/chevronAccent+Icon"/>
    <dgm:cxn modelId="{D04A6FEF-8E3B-4B42-82D3-185B062F629B}" type="presParOf" srcId="{CCA0969E-9AB0-4BCB-8EFE-19659843A3E1}" destId="{52E97C02-863A-4764-B24D-4B2E0BE3610A}" srcOrd="0" destOrd="0" presId="urn:microsoft.com/office/officeart/2005/8/layout/chevronAccent+Icon"/>
    <dgm:cxn modelId="{AF104C8B-4BBA-4852-B10C-43DDE6F7EE6A}" type="presParOf" srcId="{CCA0969E-9AB0-4BCB-8EFE-19659843A3E1}" destId="{B8327927-A5D0-46E9-98E6-873B87A2DCCF}" srcOrd="1" destOrd="0" presId="urn:microsoft.com/office/officeart/2005/8/layout/chevronAccent+Icon"/>
    <dgm:cxn modelId="{5B7EEEEC-2168-42F3-AE12-7E4C09ECFCBB}" type="presParOf" srcId="{47AEFC65-2750-4229-A53D-1D0DE97C6382}" destId="{D951D6EA-F7A3-4BE4-B6FF-D0FA84910C7F}" srcOrd="3" destOrd="0" presId="urn:microsoft.com/office/officeart/2005/8/layout/chevronAccent+Icon"/>
    <dgm:cxn modelId="{A703DFFF-2F72-4305-8B12-5A8F29707FB3}" type="presParOf" srcId="{47AEFC65-2750-4229-A53D-1D0DE97C6382}" destId="{91FE2E8D-3234-4BC5-B0EB-49F9769C6000}" srcOrd="4" destOrd="0" presId="urn:microsoft.com/office/officeart/2005/8/layout/chevronAccent+Icon"/>
    <dgm:cxn modelId="{8CA962E5-A28B-4DBC-8814-672D6411F786}" type="presParOf" srcId="{91FE2E8D-3234-4BC5-B0EB-49F9769C6000}" destId="{4BF9FC5E-BD50-4A00-8415-ED04F9923B38}" srcOrd="0" destOrd="0" presId="urn:microsoft.com/office/officeart/2005/8/layout/chevronAccent+Icon"/>
    <dgm:cxn modelId="{0AF8540E-5933-469B-A34A-EA65D36442FC}" type="presParOf" srcId="{91FE2E8D-3234-4BC5-B0EB-49F9769C6000}" destId="{BA038364-642B-424D-9E88-40841CCAA83B}"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D91AC32-7CF5-42CC-ABC1-794CF740ECEE}" type="doc">
      <dgm:prSet loTypeId="urn:microsoft.com/office/officeart/2005/8/layout/chevronAccent+Icon" loCatId="process" qsTypeId="urn:microsoft.com/office/officeart/2005/8/quickstyle/simple1" qsCatId="simple" csTypeId="urn:microsoft.com/office/officeart/2005/8/colors/accent1_2" csCatId="accent1" phldr="1"/>
      <dgm:spPr/>
    </dgm:pt>
    <dgm:pt modelId="{749BD5C2-3C89-4DCB-8ABC-981D94FFAFF7}">
      <dgm:prSet phldrT="[Text]"/>
      <dgm:spPr/>
      <dgm:t>
        <a:bodyPr/>
        <a:lstStyle/>
        <a:p>
          <a:r>
            <a:rPr lang="en-US" dirty="0"/>
            <a:t>Time consuming</a:t>
          </a:r>
        </a:p>
      </dgm:t>
    </dgm:pt>
    <dgm:pt modelId="{AA2B6709-FE96-49BD-9A8F-6501DF3F2092}" type="parTrans" cxnId="{75BE5EA7-9E30-470A-8D1C-237F26B8C23A}">
      <dgm:prSet/>
      <dgm:spPr/>
      <dgm:t>
        <a:bodyPr/>
        <a:lstStyle/>
        <a:p>
          <a:endParaRPr lang="en-US"/>
        </a:p>
      </dgm:t>
    </dgm:pt>
    <dgm:pt modelId="{7EF200C0-660E-4B86-AAC6-BDE7DE25A243}" type="sibTrans" cxnId="{75BE5EA7-9E30-470A-8D1C-237F26B8C23A}">
      <dgm:prSet/>
      <dgm:spPr/>
      <dgm:t>
        <a:bodyPr/>
        <a:lstStyle/>
        <a:p>
          <a:endParaRPr lang="en-US"/>
        </a:p>
      </dgm:t>
    </dgm:pt>
    <dgm:pt modelId="{F3211D36-5801-421D-A018-EFE26C5AE883}">
      <dgm:prSet phldrT="[Text]"/>
      <dgm:spPr/>
      <dgm:t>
        <a:bodyPr/>
        <a:lstStyle/>
        <a:p>
          <a:r>
            <a:rPr lang="en-US" dirty="0"/>
            <a:t>Space saving</a:t>
          </a:r>
        </a:p>
      </dgm:t>
    </dgm:pt>
    <dgm:pt modelId="{0182C51E-2022-429C-838C-D89068C2BC32}" type="parTrans" cxnId="{403BECD6-D03C-4898-875E-7A69F70F7327}">
      <dgm:prSet/>
      <dgm:spPr/>
      <dgm:t>
        <a:bodyPr/>
        <a:lstStyle/>
        <a:p>
          <a:endParaRPr lang="en-US"/>
        </a:p>
      </dgm:t>
    </dgm:pt>
    <dgm:pt modelId="{80DF1A19-4E66-4849-9141-BAF8811D3850}" type="sibTrans" cxnId="{403BECD6-D03C-4898-875E-7A69F70F7327}">
      <dgm:prSet/>
      <dgm:spPr/>
      <dgm:t>
        <a:bodyPr/>
        <a:lstStyle/>
        <a:p>
          <a:endParaRPr lang="en-US"/>
        </a:p>
      </dgm:t>
    </dgm:pt>
    <dgm:pt modelId="{5972FC09-BD5C-44F3-A8D0-DE8396DEE9CE}">
      <dgm:prSet phldrT="[Text]"/>
      <dgm:spPr/>
      <dgm:t>
        <a:bodyPr/>
        <a:lstStyle/>
        <a:p>
          <a:r>
            <a:rPr lang="en-US" dirty="0"/>
            <a:t>Cost effective</a:t>
          </a:r>
        </a:p>
      </dgm:t>
    </dgm:pt>
    <dgm:pt modelId="{41DF9F77-BFBA-4D5C-85C1-F7EDF539AC34}" type="parTrans" cxnId="{2E61FC14-755A-4B88-937E-030F25C334F9}">
      <dgm:prSet/>
      <dgm:spPr/>
      <dgm:t>
        <a:bodyPr/>
        <a:lstStyle/>
        <a:p>
          <a:endParaRPr lang="en-US"/>
        </a:p>
      </dgm:t>
    </dgm:pt>
    <dgm:pt modelId="{CD5B64FB-DED0-4820-8671-777E2DCCF613}" type="sibTrans" cxnId="{2E61FC14-755A-4B88-937E-030F25C334F9}">
      <dgm:prSet/>
      <dgm:spPr/>
      <dgm:t>
        <a:bodyPr/>
        <a:lstStyle/>
        <a:p>
          <a:endParaRPr lang="en-US"/>
        </a:p>
      </dgm:t>
    </dgm:pt>
    <dgm:pt modelId="{47AEFC65-2750-4229-A53D-1D0DE97C6382}" type="pres">
      <dgm:prSet presAssocID="{9D91AC32-7CF5-42CC-ABC1-794CF740ECEE}" presName="Name0" presStyleCnt="0">
        <dgm:presLayoutVars>
          <dgm:dir/>
          <dgm:resizeHandles val="exact"/>
        </dgm:presLayoutVars>
      </dgm:prSet>
      <dgm:spPr/>
    </dgm:pt>
    <dgm:pt modelId="{8F556ADE-4A06-40B8-8C28-4399C1D7CD0F}" type="pres">
      <dgm:prSet presAssocID="{749BD5C2-3C89-4DCB-8ABC-981D94FFAFF7}" presName="composite" presStyleCnt="0"/>
      <dgm:spPr/>
    </dgm:pt>
    <dgm:pt modelId="{3639D130-5609-4655-8B84-ED22B0906D5A}" type="pres">
      <dgm:prSet presAssocID="{749BD5C2-3C89-4DCB-8ABC-981D94FFAFF7}" presName="bgChev" presStyleLbl="node1" presStyleIdx="0" presStyleCnt="3"/>
      <dgm:spPr/>
    </dgm:pt>
    <dgm:pt modelId="{94BFB10B-4037-4F1F-A9FD-28C64F93C735}" type="pres">
      <dgm:prSet presAssocID="{749BD5C2-3C89-4DCB-8ABC-981D94FFAFF7}" presName="txNode" presStyleLbl="fgAcc1" presStyleIdx="0" presStyleCnt="3">
        <dgm:presLayoutVars>
          <dgm:bulletEnabled val="1"/>
        </dgm:presLayoutVars>
      </dgm:prSet>
      <dgm:spPr/>
    </dgm:pt>
    <dgm:pt modelId="{2258FFBC-CFF3-48C5-92C7-6D84A92C5D77}" type="pres">
      <dgm:prSet presAssocID="{7EF200C0-660E-4B86-AAC6-BDE7DE25A243}" presName="compositeSpace" presStyleCnt="0"/>
      <dgm:spPr/>
    </dgm:pt>
    <dgm:pt modelId="{CCA0969E-9AB0-4BCB-8EFE-19659843A3E1}" type="pres">
      <dgm:prSet presAssocID="{F3211D36-5801-421D-A018-EFE26C5AE883}" presName="composite" presStyleCnt="0"/>
      <dgm:spPr/>
    </dgm:pt>
    <dgm:pt modelId="{52E97C02-863A-4764-B24D-4B2E0BE3610A}" type="pres">
      <dgm:prSet presAssocID="{F3211D36-5801-421D-A018-EFE26C5AE883}" presName="bgChev" presStyleLbl="node1" presStyleIdx="1" presStyleCnt="3"/>
      <dgm:spPr/>
    </dgm:pt>
    <dgm:pt modelId="{B8327927-A5D0-46E9-98E6-873B87A2DCCF}" type="pres">
      <dgm:prSet presAssocID="{F3211D36-5801-421D-A018-EFE26C5AE883}" presName="txNode" presStyleLbl="fgAcc1" presStyleIdx="1" presStyleCnt="3" custLinFactNeighborX="4247" custLinFactNeighborY="-3097">
        <dgm:presLayoutVars>
          <dgm:bulletEnabled val="1"/>
        </dgm:presLayoutVars>
      </dgm:prSet>
      <dgm:spPr/>
    </dgm:pt>
    <dgm:pt modelId="{D951D6EA-F7A3-4BE4-B6FF-D0FA84910C7F}" type="pres">
      <dgm:prSet presAssocID="{80DF1A19-4E66-4849-9141-BAF8811D3850}" presName="compositeSpace" presStyleCnt="0"/>
      <dgm:spPr/>
    </dgm:pt>
    <dgm:pt modelId="{91FE2E8D-3234-4BC5-B0EB-49F9769C6000}" type="pres">
      <dgm:prSet presAssocID="{5972FC09-BD5C-44F3-A8D0-DE8396DEE9CE}" presName="composite" presStyleCnt="0"/>
      <dgm:spPr/>
    </dgm:pt>
    <dgm:pt modelId="{4BF9FC5E-BD50-4A00-8415-ED04F9923B38}" type="pres">
      <dgm:prSet presAssocID="{5972FC09-BD5C-44F3-A8D0-DE8396DEE9CE}" presName="bgChev" presStyleLbl="node1" presStyleIdx="2" presStyleCnt="3"/>
      <dgm:spPr/>
    </dgm:pt>
    <dgm:pt modelId="{BA038364-642B-424D-9E88-40841CCAA83B}" type="pres">
      <dgm:prSet presAssocID="{5972FC09-BD5C-44F3-A8D0-DE8396DEE9CE}" presName="txNode" presStyleLbl="fgAcc1" presStyleIdx="2" presStyleCnt="3">
        <dgm:presLayoutVars>
          <dgm:bulletEnabled val="1"/>
        </dgm:presLayoutVars>
      </dgm:prSet>
      <dgm:spPr/>
    </dgm:pt>
  </dgm:ptLst>
  <dgm:cxnLst>
    <dgm:cxn modelId="{2E61FC14-755A-4B88-937E-030F25C334F9}" srcId="{9D91AC32-7CF5-42CC-ABC1-794CF740ECEE}" destId="{5972FC09-BD5C-44F3-A8D0-DE8396DEE9CE}" srcOrd="2" destOrd="0" parTransId="{41DF9F77-BFBA-4D5C-85C1-F7EDF539AC34}" sibTransId="{CD5B64FB-DED0-4820-8671-777E2DCCF613}"/>
    <dgm:cxn modelId="{45F67D18-C47C-4EB9-9128-B91D568DA333}" type="presOf" srcId="{9D91AC32-7CF5-42CC-ABC1-794CF740ECEE}" destId="{47AEFC65-2750-4229-A53D-1D0DE97C6382}" srcOrd="0" destOrd="0" presId="urn:microsoft.com/office/officeart/2005/8/layout/chevronAccent+Icon"/>
    <dgm:cxn modelId="{8B81F771-52B9-418C-8063-2DAAD6575EB3}" type="presOf" srcId="{F3211D36-5801-421D-A018-EFE26C5AE883}" destId="{B8327927-A5D0-46E9-98E6-873B87A2DCCF}" srcOrd="0" destOrd="0" presId="urn:microsoft.com/office/officeart/2005/8/layout/chevronAccent+Icon"/>
    <dgm:cxn modelId="{75BE5EA7-9E30-470A-8D1C-237F26B8C23A}" srcId="{9D91AC32-7CF5-42CC-ABC1-794CF740ECEE}" destId="{749BD5C2-3C89-4DCB-8ABC-981D94FFAFF7}" srcOrd="0" destOrd="0" parTransId="{AA2B6709-FE96-49BD-9A8F-6501DF3F2092}" sibTransId="{7EF200C0-660E-4B86-AAC6-BDE7DE25A243}"/>
    <dgm:cxn modelId="{9481A5C1-5980-4B9D-8736-6D8B304DCB3E}" type="presOf" srcId="{5972FC09-BD5C-44F3-A8D0-DE8396DEE9CE}" destId="{BA038364-642B-424D-9E88-40841CCAA83B}" srcOrd="0" destOrd="0" presId="urn:microsoft.com/office/officeart/2005/8/layout/chevronAccent+Icon"/>
    <dgm:cxn modelId="{403BECD6-D03C-4898-875E-7A69F70F7327}" srcId="{9D91AC32-7CF5-42CC-ABC1-794CF740ECEE}" destId="{F3211D36-5801-421D-A018-EFE26C5AE883}" srcOrd="1" destOrd="0" parTransId="{0182C51E-2022-429C-838C-D89068C2BC32}" sibTransId="{80DF1A19-4E66-4849-9141-BAF8811D3850}"/>
    <dgm:cxn modelId="{6B2872DE-CFE5-4750-B5D6-F8D4327CAFDF}" type="presOf" srcId="{749BD5C2-3C89-4DCB-8ABC-981D94FFAFF7}" destId="{94BFB10B-4037-4F1F-A9FD-28C64F93C735}" srcOrd="0" destOrd="0" presId="urn:microsoft.com/office/officeart/2005/8/layout/chevronAccent+Icon"/>
    <dgm:cxn modelId="{45FB6C2B-88C4-4AF2-B821-496D7209409F}" type="presParOf" srcId="{47AEFC65-2750-4229-A53D-1D0DE97C6382}" destId="{8F556ADE-4A06-40B8-8C28-4399C1D7CD0F}" srcOrd="0" destOrd="0" presId="urn:microsoft.com/office/officeart/2005/8/layout/chevronAccent+Icon"/>
    <dgm:cxn modelId="{582CB149-9E33-403F-AABE-E4812F0DFA81}" type="presParOf" srcId="{8F556ADE-4A06-40B8-8C28-4399C1D7CD0F}" destId="{3639D130-5609-4655-8B84-ED22B0906D5A}" srcOrd="0" destOrd="0" presId="urn:microsoft.com/office/officeart/2005/8/layout/chevronAccent+Icon"/>
    <dgm:cxn modelId="{8774E36E-8ABE-4770-ADE3-0C1CCE6660E4}" type="presParOf" srcId="{8F556ADE-4A06-40B8-8C28-4399C1D7CD0F}" destId="{94BFB10B-4037-4F1F-A9FD-28C64F93C735}" srcOrd="1" destOrd="0" presId="urn:microsoft.com/office/officeart/2005/8/layout/chevronAccent+Icon"/>
    <dgm:cxn modelId="{9E735954-CD77-4C07-9FAD-114756184731}" type="presParOf" srcId="{47AEFC65-2750-4229-A53D-1D0DE97C6382}" destId="{2258FFBC-CFF3-48C5-92C7-6D84A92C5D77}" srcOrd="1" destOrd="0" presId="urn:microsoft.com/office/officeart/2005/8/layout/chevronAccent+Icon"/>
    <dgm:cxn modelId="{97B2F26E-BDE4-4A73-83F2-20E4414E7EA2}" type="presParOf" srcId="{47AEFC65-2750-4229-A53D-1D0DE97C6382}" destId="{CCA0969E-9AB0-4BCB-8EFE-19659843A3E1}" srcOrd="2" destOrd="0" presId="urn:microsoft.com/office/officeart/2005/8/layout/chevronAccent+Icon"/>
    <dgm:cxn modelId="{D04A6FEF-8E3B-4B42-82D3-185B062F629B}" type="presParOf" srcId="{CCA0969E-9AB0-4BCB-8EFE-19659843A3E1}" destId="{52E97C02-863A-4764-B24D-4B2E0BE3610A}" srcOrd="0" destOrd="0" presId="urn:microsoft.com/office/officeart/2005/8/layout/chevronAccent+Icon"/>
    <dgm:cxn modelId="{AF104C8B-4BBA-4852-B10C-43DDE6F7EE6A}" type="presParOf" srcId="{CCA0969E-9AB0-4BCB-8EFE-19659843A3E1}" destId="{B8327927-A5D0-46E9-98E6-873B87A2DCCF}" srcOrd="1" destOrd="0" presId="urn:microsoft.com/office/officeart/2005/8/layout/chevronAccent+Icon"/>
    <dgm:cxn modelId="{5B7EEEEC-2168-42F3-AE12-7E4C09ECFCBB}" type="presParOf" srcId="{47AEFC65-2750-4229-A53D-1D0DE97C6382}" destId="{D951D6EA-F7A3-4BE4-B6FF-D0FA84910C7F}" srcOrd="3" destOrd="0" presId="urn:microsoft.com/office/officeart/2005/8/layout/chevronAccent+Icon"/>
    <dgm:cxn modelId="{A703DFFF-2F72-4305-8B12-5A8F29707FB3}" type="presParOf" srcId="{47AEFC65-2750-4229-A53D-1D0DE97C6382}" destId="{91FE2E8D-3234-4BC5-B0EB-49F9769C6000}" srcOrd="4" destOrd="0" presId="urn:microsoft.com/office/officeart/2005/8/layout/chevronAccent+Icon"/>
    <dgm:cxn modelId="{8CA962E5-A28B-4DBC-8814-672D6411F786}" type="presParOf" srcId="{91FE2E8D-3234-4BC5-B0EB-49F9769C6000}" destId="{4BF9FC5E-BD50-4A00-8415-ED04F9923B38}" srcOrd="0" destOrd="0" presId="urn:microsoft.com/office/officeart/2005/8/layout/chevronAccent+Icon"/>
    <dgm:cxn modelId="{0AF8540E-5933-469B-A34A-EA65D36442FC}" type="presParOf" srcId="{91FE2E8D-3234-4BC5-B0EB-49F9769C6000}" destId="{BA038364-642B-424D-9E88-40841CCAA83B}" srcOrd="1" destOrd="0" presId="urn:microsoft.com/office/officeart/2005/8/layout/chevronAccent+Icon"/>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DBF21A-34AF-4B8A-A4CC-3BA7E3230EC7}">
      <dsp:nvSpPr>
        <dsp:cNvPr id="0" name=""/>
        <dsp:cNvSpPr/>
      </dsp:nvSpPr>
      <dsp:spPr>
        <a:xfrm>
          <a:off x="4940239" y="3445069"/>
          <a:ext cx="2502741" cy="1621208"/>
        </a:xfrm>
        <a:prstGeom prst="roundRect">
          <a:avLst>
            <a:gd name="adj" fmla="val 10000"/>
          </a:avLst>
        </a:prstGeom>
        <a:solidFill>
          <a:schemeClr val="lt1">
            <a:alpha val="90000"/>
            <a:hueOff val="0"/>
            <a:satOff val="0"/>
            <a:lumOff val="0"/>
            <a:alphaOff val="0"/>
          </a:schemeClr>
        </a:solidFill>
        <a:ln w="25400" cap="flat" cmpd="sng" algn="ctr">
          <a:solidFill>
            <a:schemeClr val="accent6">
              <a:shade val="80000"/>
              <a:hueOff val="183452"/>
              <a:satOff val="12145"/>
              <a:lumOff val="1384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a:lnSpc>
              <a:spcPct val="90000"/>
            </a:lnSpc>
            <a:spcBef>
              <a:spcPct val="0"/>
            </a:spcBef>
            <a:spcAft>
              <a:spcPct val="15000"/>
            </a:spcAft>
            <a:buChar char="•"/>
          </a:pPr>
          <a:r>
            <a:rPr lang="en-US" sz="1200" b="1" kern="1200" dirty="0"/>
            <a:t>Increasing competition</a:t>
          </a:r>
        </a:p>
        <a:p>
          <a:pPr marL="114300" lvl="1" indent="-114300" algn="l" defTabSz="533400">
            <a:lnSpc>
              <a:spcPct val="90000"/>
            </a:lnSpc>
            <a:spcBef>
              <a:spcPct val="0"/>
            </a:spcBef>
            <a:spcAft>
              <a:spcPct val="15000"/>
            </a:spcAft>
            <a:buChar char="•"/>
          </a:pPr>
          <a:r>
            <a:rPr lang="en-US" sz="1200" b="1" kern="1200" dirty="0"/>
            <a:t>Organic products</a:t>
          </a:r>
        </a:p>
      </dsp:txBody>
      <dsp:txXfrm>
        <a:off x="5726675" y="3885984"/>
        <a:ext cx="1680692" cy="1144680"/>
      </dsp:txXfrm>
    </dsp:sp>
    <dsp:sp modelId="{89DCE0BC-2F96-4B50-BF99-CB46BF46C8A3}">
      <dsp:nvSpPr>
        <dsp:cNvPr id="0" name=""/>
        <dsp:cNvSpPr/>
      </dsp:nvSpPr>
      <dsp:spPr>
        <a:xfrm>
          <a:off x="613265" y="3224341"/>
          <a:ext cx="2846342" cy="1621208"/>
        </a:xfrm>
        <a:prstGeom prst="roundRect">
          <a:avLst>
            <a:gd name="adj" fmla="val 10000"/>
          </a:avLst>
        </a:prstGeom>
        <a:solidFill>
          <a:schemeClr val="lt1">
            <a:alpha val="90000"/>
            <a:hueOff val="0"/>
            <a:satOff val="0"/>
            <a:lumOff val="0"/>
            <a:alphaOff val="0"/>
          </a:schemeClr>
        </a:solidFill>
        <a:ln w="25400" cap="flat" cmpd="sng" algn="ctr">
          <a:solidFill>
            <a:schemeClr val="accent6">
              <a:shade val="80000"/>
              <a:hueOff val="275177"/>
              <a:satOff val="18218"/>
              <a:lumOff val="2077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a:lnSpc>
              <a:spcPct val="90000"/>
            </a:lnSpc>
            <a:spcBef>
              <a:spcPct val="0"/>
            </a:spcBef>
            <a:spcAft>
              <a:spcPct val="15000"/>
            </a:spcAft>
            <a:buChar char="•"/>
          </a:pPr>
          <a:r>
            <a:rPr lang="en-US" sz="1200" b="1" kern="1200" dirty="0"/>
            <a:t>Men grooming</a:t>
          </a:r>
        </a:p>
        <a:p>
          <a:pPr marL="114300" lvl="1" indent="-114300" algn="l" defTabSz="533400">
            <a:lnSpc>
              <a:spcPct val="90000"/>
            </a:lnSpc>
            <a:spcBef>
              <a:spcPct val="0"/>
            </a:spcBef>
            <a:spcAft>
              <a:spcPct val="15000"/>
            </a:spcAft>
            <a:buChar char="•"/>
          </a:pPr>
          <a:r>
            <a:rPr lang="en-US" sz="1200" b="1" kern="1200" dirty="0"/>
            <a:t>Geographical expansion</a:t>
          </a:r>
        </a:p>
        <a:p>
          <a:pPr marL="114300" lvl="1" indent="-114300" algn="l" defTabSz="533400">
            <a:lnSpc>
              <a:spcPct val="90000"/>
            </a:lnSpc>
            <a:spcBef>
              <a:spcPct val="0"/>
            </a:spcBef>
            <a:spcAft>
              <a:spcPct val="15000"/>
            </a:spcAft>
            <a:buChar char="•"/>
          </a:pPr>
          <a:r>
            <a:rPr lang="en-US" sz="1200" b="1" kern="1200" dirty="0"/>
            <a:t>Introducing new product categories</a:t>
          </a:r>
        </a:p>
      </dsp:txBody>
      <dsp:txXfrm>
        <a:off x="648878" y="3665256"/>
        <a:ext cx="1921213" cy="1144680"/>
      </dsp:txXfrm>
    </dsp:sp>
    <dsp:sp modelId="{9134D4E3-A9C1-4A3F-B3D6-CA2751B0DBBF}">
      <dsp:nvSpPr>
        <dsp:cNvPr id="0" name=""/>
        <dsp:cNvSpPr/>
      </dsp:nvSpPr>
      <dsp:spPr>
        <a:xfrm>
          <a:off x="4821284" y="48684"/>
          <a:ext cx="2502741" cy="1621208"/>
        </a:xfrm>
        <a:prstGeom prst="roundRect">
          <a:avLst>
            <a:gd name="adj" fmla="val 10000"/>
          </a:avLst>
        </a:prstGeom>
        <a:solidFill>
          <a:schemeClr val="lt1">
            <a:alpha val="90000"/>
            <a:hueOff val="0"/>
            <a:satOff val="0"/>
            <a:lumOff val="0"/>
            <a:alphaOff val="0"/>
          </a:schemeClr>
        </a:solidFill>
        <a:ln w="25400" cap="flat" cmpd="sng" algn="ctr">
          <a:solidFill>
            <a:schemeClr val="accent6">
              <a:shade val="80000"/>
              <a:hueOff val="91726"/>
              <a:satOff val="6073"/>
              <a:lumOff val="692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a:lnSpc>
              <a:spcPct val="90000"/>
            </a:lnSpc>
            <a:spcBef>
              <a:spcPct val="0"/>
            </a:spcBef>
            <a:spcAft>
              <a:spcPct val="15000"/>
            </a:spcAft>
            <a:buChar char="•"/>
          </a:pPr>
          <a:r>
            <a:rPr lang="en-US" sz="1200" b="1" kern="1200" dirty="0"/>
            <a:t>High competition</a:t>
          </a:r>
        </a:p>
        <a:p>
          <a:pPr marL="114300" lvl="1" indent="-114300" algn="l" defTabSz="533400">
            <a:lnSpc>
              <a:spcPct val="90000"/>
            </a:lnSpc>
            <a:spcBef>
              <a:spcPct val="0"/>
            </a:spcBef>
            <a:spcAft>
              <a:spcPct val="15000"/>
            </a:spcAft>
            <a:buChar char="•"/>
          </a:pPr>
          <a:r>
            <a:rPr lang="en-US" sz="1200" b="1" kern="1200" dirty="0"/>
            <a:t>Dependence on third party</a:t>
          </a:r>
        </a:p>
        <a:p>
          <a:pPr marL="114300" lvl="1" indent="-114300" algn="l" defTabSz="533400">
            <a:lnSpc>
              <a:spcPct val="90000"/>
            </a:lnSpc>
            <a:spcBef>
              <a:spcPct val="0"/>
            </a:spcBef>
            <a:spcAft>
              <a:spcPct val="15000"/>
            </a:spcAft>
            <a:buChar char="•"/>
          </a:pPr>
          <a:r>
            <a:rPr lang="en-US" sz="1200" b="1" kern="1200" dirty="0"/>
            <a:t>Customer support and management</a:t>
          </a:r>
        </a:p>
      </dsp:txBody>
      <dsp:txXfrm>
        <a:off x="5607719" y="84297"/>
        <a:ext cx="1680692" cy="1144680"/>
      </dsp:txXfrm>
    </dsp:sp>
    <dsp:sp modelId="{C86C38F6-433E-43C9-A07D-B3C99701DE5E}">
      <dsp:nvSpPr>
        <dsp:cNvPr id="0" name=""/>
        <dsp:cNvSpPr/>
      </dsp:nvSpPr>
      <dsp:spPr>
        <a:xfrm>
          <a:off x="812596" y="0"/>
          <a:ext cx="2502741" cy="1621208"/>
        </a:xfrm>
        <a:prstGeom prst="roundRect">
          <a:avLst>
            <a:gd name="adj" fmla="val 10000"/>
          </a:avLst>
        </a:prstGeom>
        <a:solidFill>
          <a:schemeClr val="lt1">
            <a:alpha val="90000"/>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t>Strong social media presence</a:t>
          </a:r>
        </a:p>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t>Wide product range</a:t>
          </a:r>
        </a:p>
        <a:p>
          <a:pPr marL="114300" lvl="1" indent="-114300" algn="l" defTabSz="533400">
            <a:lnSpc>
              <a:spcPct val="90000"/>
            </a:lnSpc>
            <a:spcBef>
              <a:spcPct val="0"/>
            </a:spcBef>
            <a:spcAft>
              <a:spcPct val="15000"/>
            </a:spcAft>
            <a:buFont typeface="Arial" panose="020B0604020202020204" pitchFamily="34" charset="0"/>
            <a:buChar char="•"/>
          </a:pPr>
          <a:r>
            <a:rPr lang="en-US" sz="1200" b="1" kern="1200" dirty="0"/>
            <a:t>Influencers partnership</a:t>
          </a:r>
        </a:p>
      </dsp:txBody>
      <dsp:txXfrm>
        <a:off x="848209" y="35613"/>
        <a:ext cx="1680692" cy="1144680"/>
      </dsp:txXfrm>
    </dsp:sp>
    <dsp:sp modelId="{D7046DB6-AD46-4958-B41B-4EEA6EFB8254}">
      <dsp:nvSpPr>
        <dsp:cNvPr id="0" name=""/>
        <dsp:cNvSpPr/>
      </dsp:nvSpPr>
      <dsp:spPr>
        <a:xfrm>
          <a:off x="1819638" y="288777"/>
          <a:ext cx="2193698" cy="2193698"/>
        </a:xfrm>
        <a:prstGeom prst="pieWedge">
          <a:avLst/>
        </a:prstGeom>
        <a:solidFill>
          <a:schemeClr val="accent6">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b="1" kern="1200" dirty="0"/>
            <a:t>Strength</a:t>
          </a:r>
        </a:p>
      </dsp:txBody>
      <dsp:txXfrm>
        <a:off x="2462157" y="931296"/>
        <a:ext cx="1551179" cy="1551179"/>
      </dsp:txXfrm>
    </dsp:sp>
    <dsp:sp modelId="{A76A94CF-A853-45FE-80AE-7C67729748CF}">
      <dsp:nvSpPr>
        <dsp:cNvPr id="0" name=""/>
        <dsp:cNvSpPr/>
      </dsp:nvSpPr>
      <dsp:spPr>
        <a:xfrm rot="5400000">
          <a:off x="4114662" y="288777"/>
          <a:ext cx="2193698" cy="2193698"/>
        </a:xfrm>
        <a:prstGeom prst="pieWedge">
          <a:avLst/>
        </a:prstGeom>
        <a:solidFill>
          <a:schemeClr val="accent6">
            <a:shade val="80000"/>
            <a:hueOff val="91726"/>
            <a:satOff val="6073"/>
            <a:lumOff val="69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b="1" kern="1200" dirty="0"/>
            <a:t>Weakness</a:t>
          </a:r>
        </a:p>
      </dsp:txBody>
      <dsp:txXfrm rot="-5400000">
        <a:off x="4114662" y="931296"/>
        <a:ext cx="1551179" cy="1551179"/>
      </dsp:txXfrm>
    </dsp:sp>
    <dsp:sp modelId="{56A79B2E-77C9-4B2A-BCAB-FA3DAE3D1EBF}">
      <dsp:nvSpPr>
        <dsp:cNvPr id="0" name=""/>
        <dsp:cNvSpPr/>
      </dsp:nvSpPr>
      <dsp:spPr>
        <a:xfrm rot="10800000">
          <a:off x="4114662" y="2583801"/>
          <a:ext cx="2193698" cy="2193698"/>
        </a:xfrm>
        <a:prstGeom prst="pieWedge">
          <a:avLst/>
        </a:prstGeom>
        <a:solidFill>
          <a:schemeClr val="accent6">
            <a:shade val="80000"/>
            <a:hueOff val="183452"/>
            <a:satOff val="12145"/>
            <a:lumOff val="1384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b="1" kern="1200" dirty="0"/>
            <a:t>Threats</a:t>
          </a:r>
        </a:p>
      </dsp:txBody>
      <dsp:txXfrm rot="10800000">
        <a:off x="4114662" y="2583801"/>
        <a:ext cx="1551179" cy="1551179"/>
      </dsp:txXfrm>
    </dsp:sp>
    <dsp:sp modelId="{CE0F9D95-52A9-4E5E-B39B-8F82E26F8ED8}">
      <dsp:nvSpPr>
        <dsp:cNvPr id="0" name=""/>
        <dsp:cNvSpPr/>
      </dsp:nvSpPr>
      <dsp:spPr>
        <a:xfrm rot="16200000">
          <a:off x="1819638" y="2583801"/>
          <a:ext cx="2193698" cy="2193698"/>
        </a:xfrm>
        <a:prstGeom prst="pieWedge">
          <a:avLst/>
        </a:prstGeom>
        <a:solidFill>
          <a:schemeClr val="accent6">
            <a:shade val="80000"/>
            <a:hueOff val="275177"/>
            <a:satOff val="18218"/>
            <a:lumOff val="207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b="1" kern="1200" dirty="0"/>
            <a:t>Opportunities</a:t>
          </a:r>
        </a:p>
      </dsp:txBody>
      <dsp:txXfrm rot="5400000">
        <a:off x="2462157" y="2583801"/>
        <a:ext cx="1551179" cy="1551179"/>
      </dsp:txXfrm>
    </dsp:sp>
    <dsp:sp modelId="{CDB87E1B-0D7A-486C-8896-B6C981B6BD86}">
      <dsp:nvSpPr>
        <dsp:cNvPr id="0" name=""/>
        <dsp:cNvSpPr/>
      </dsp:nvSpPr>
      <dsp:spPr>
        <a:xfrm>
          <a:off x="3685295" y="2077173"/>
          <a:ext cx="757408" cy="658616"/>
        </a:xfrm>
        <a:prstGeom prst="circularArrow">
          <a:avLst/>
        </a:prstGeom>
        <a:solidFill>
          <a:schemeClr val="accent6">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3103C9A-C98D-42C0-A055-1F0CAF863757}">
      <dsp:nvSpPr>
        <dsp:cNvPr id="0" name=""/>
        <dsp:cNvSpPr/>
      </dsp:nvSpPr>
      <dsp:spPr>
        <a:xfrm rot="10800000">
          <a:off x="3685295" y="2330487"/>
          <a:ext cx="757408" cy="658616"/>
        </a:xfrm>
        <a:prstGeom prst="circularArrow">
          <a:avLst/>
        </a:prstGeom>
        <a:solidFill>
          <a:schemeClr val="accent6">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96A09F-9773-42FC-BC6F-5A447C93D021}">
      <dsp:nvSpPr>
        <dsp:cNvPr id="0" name=""/>
        <dsp:cNvSpPr/>
      </dsp:nvSpPr>
      <dsp:spPr>
        <a:xfrm>
          <a:off x="2436204" y="-215610"/>
          <a:ext cx="5618077" cy="5618077"/>
        </a:xfrm>
        <a:prstGeom prst="blockArc">
          <a:avLst>
            <a:gd name="adj1" fmla="val 8100000"/>
            <a:gd name="adj2" fmla="val 13500000"/>
            <a:gd name="adj3" fmla="val 384"/>
          </a:avLst>
        </a:prstGeom>
        <a:noFill/>
        <a:ln w="25400" cap="flat" cmpd="sng" algn="ctr">
          <a:solidFill>
            <a:schemeClr val="dk2">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6E6535-0820-4BDC-869E-17C4D4012F94}">
      <dsp:nvSpPr>
        <dsp:cNvPr id="0" name=""/>
        <dsp:cNvSpPr/>
      </dsp:nvSpPr>
      <dsp:spPr>
        <a:xfrm>
          <a:off x="56893" y="768059"/>
          <a:ext cx="2886245" cy="521677"/>
        </a:xfrm>
        <a:prstGeom prst="rect">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8260" tIns="48260" rIns="414081" bIns="48260" numCol="1" spcCol="1270" anchor="ctr" anchorCtr="0">
          <a:noAutofit/>
        </a:bodyPr>
        <a:lstStyle/>
        <a:p>
          <a:pPr marL="0" lvl="0" indent="0" algn="r" defTabSz="844550">
            <a:lnSpc>
              <a:spcPct val="90000"/>
            </a:lnSpc>
            <a:spcBef>
              <a:spcPct val="0"/>
            </a:spcBef>
            <a:spcAft>
              <a:spcPct val="35000"/>
            </a:spcAft>
            <a:buNone/>
          </a:pPr>
          <a:r>
            <a:rPr lang="en-US" sz="1900" kern="1200" dirty="0"/>
            <a:t>Communication</a:t>
          </a:r>
        </a:p>
      </dsp:txBody>
      <dsp:txXfrm>
        <a:off x="56893" y="768059"/>
        <a:ext cx="2886245" cy="521677"/>
      </dsp:txXfrm>
    </dsp:sp>
    <dsp:sp modelId="{6953430A-6DC2-49C5-925F-54E41BBB52CC}">
      <dsp:nvSpPr>
        <dsp:cNvPr id="0" name=""/>
        <dsp:cNvSpPr/>
      </dsp:nvSpPr>
      <dsp:spPr>
        <a:xfrm>
          <a:off x="2617091" y="702849"/>
          <a:ext cx="652096" cy="652096"/>
        </a:xfrm>
        <a:prstGeom prst="ellipse">
          <a:avLst/>
        </a:prstGeom>
        <a:solidFill>
          <a:schemeClr val="lt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B75629B-E048-478C-AD53-B9698A0051A5}">
      <dsp:nvSpPr>
        <dsp:cNvPr id="0" name=""/>
        <dsp:cNvSpPr/>
      </dsp:nvSpPr>
      <dsp:spPr>
        <a:xfrm>
          <a:off x="56893" y="1550324"/>
          <a:ext cx="2512427" cy="521677"/>
        </a:xfrm>
        <a:prstGeom prst="rect">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8260" tIns="48260" rIns="414081" bIns="48260" numCol="1" spcCol="1270" anchor="ctr" anchorCtr="0">
          <a:noAutofit/>
        </a:bodyPr>
        <a:lstStyle/>
        <a:p>
          <a:pPr marL="0" lvl="0" indent="0" algn="r" defTabSz="844550">
            <a:lnSpc>
              <a:spcPct val="90000"/>
            </a:lnSpc>
            <a:spcBef>
              <a:spcPct val="0"/>
            </a:spcBef>
            <a:spcAft>
              <a:spcPct val="35000"/>
            </a:spcAft>
            <a:buNone/>
          </a:pPr>
          <a:r>
            <a:rPr lang="en-US" sz="1900" kern="1200" dirty="0"/>
            <a:t>Understanding</a:t>
          </a:r>
        </a:p>
      </dsp:txBody>
      <dsp:txXfrm>
        <a:off x="56893" y="1550324"/>
        <a:ext cx="2512427" cy="521677"/>
      </dsp:txXfrm>
    </dsp:sp>
    <dsp:sp modelId="{37406E79-767D-4F13-A225-7E0887713A95}">
      <dsp:nvSpPr>
        <dsp:cNvPr id="0" name=""/>
        <dsp:cNvSpPr/>
      </dsp:nvSpPr>
      <dsp:spPr>
        <a:xfrm>
          <a:off x="2243272" y="1485115"/>
          <a:ext cx="652096" cy="652096"/>
        </a:xfrm>
        <a:prstGeom prst="ellipse">
          <a:avLst/>
        </a:prstGeom>
        <a:solidFill>
          <a:schemeClr val="lt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F487057-57B4-4F2B-B4E5-4163C991AF6C}">
      <dsp:nvSpPr>
        <dsp:cNvPr id="0" name=""/>
        <dsp:cNvSpPr/>
      </dsp:nvSpPr>
      <dsp:spPr>
        <a:xfrm>
          <a:off x="56893" y="2332589"/>
          <a:ext cx="2397695" cy="521677"/>
        </a:xfrm>
        <a:prstGeom prst="rect">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8260" tIns="48260" rIns="414081" bIns="48260" numCol="1" spcCol="1270" anchor="ctr" anchorCtr="0">
          <a:noAutofit/>
        </a:bodyPr>
        <a:lstStyle/>
        <a:p>
          <a:pPr marL="0" lvl="0" indent="0" algn="r" defTabSz="844550">
            <a:lnSpc>
              <a:spcPct val="90000"/>
            </a:lnSpc>
            <a:spcBef>
              <a:spcPct val="0"/>
            </a:spcBef>
            <a:spcAft>
              <a:spcPct val="35000"/>
            </a:spcAft>
            <a:buNone/>
          </a:pPr>
          <a:r>
            <a:rPr lang="en-US" sz="1900" kern="1200" dirty="0"/>
            <a:t>Timely response</a:t>
          </a:r>
        </a:p>
      </dsp:txBody>
      <dsp:txXfrm>
        <a:off x="56893" y="2332589"/>
        <a:ext cx="2397695" cy="521677"/>
      </dsp:txXfrm>
    </dsp:sp>
    <dsp:sp modelId="{D7FB4209-4B12-4FAF-94C8-F077C7EABF3B}">
      <dsp:nvSpPr>
        <dsp:cNvPr id="0" name=""/>
        <dsp:cNvSpPr/>
      </dsp:nvSpPr>
      <dsp:spPr>
        <a:xfrm>
          <a:off x="2254662" y="2377741"/>
          <a:ext cx="652096" cy="652096"/>
        </a:xfrm>
        <a:prstGeom prst="ellipse">
          <a:avLst/>
        </a:prstGeom>
        <a:solidFill>
          <a:schemeClr val="lt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4542DAC-FD65-4D81-A6AA-94146033390B}">
      <dsp:nvSpPr>
        <dsp:cNvPr id="0" name=""/>
        <dsp:cNvSpPr/>
      </dsp:nvSpPr>
      <dsp:spPr>
        <a:xfrm>
          <a:off x="56893" y="3114855"/>
          <a:ext cx="2512427" cy="521677"/>
        </a:xfrm>
        <a:prstGeom prst="rect">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8260" tIns="48260" rIns="414081" bIns="48260" numCol="1" spcCol="1270" anchor="ctr" anchorCtr="0">
          <a:noAutofit/>
        </a:bodyPr>
        <a:lstStyle/>
        <a:p>
          <a:pPr marL="0" lvl="0" indent="0" algn="r" defTabSz="844550">
            <a:lnSpc>
              <a:spcPct val="90000"/>
            </a:lnSpc>
            <a:spcBef>
              <a:spcPct val="0"/>
            </a:spcBef>
            <a:spcAft>
              <a:spcPct val="35000"/>
            </a:spcAft>
            <a:buNone/>
          </a:pPr>
          <a:r>
            <a:rPr lang="en-US" sz="1900" kern="1200" dirty="0"/>
            <a:t>Proactive solutions</a:t>
          </a:r>
        </a:p>
      </dsp:txBody>
      <dsp:txXfrm>
        <a:off x="56893" y="3114855"/>
        <a:ext cx="2512427" cy="521677"/>
      </dsp:txXfrm>
    </dsp:sp>
    <dsp:sp modelId="{6F4BE2F8-7180-4BA4-A204-560B94DC7D4D}">
      <dsp:nvSpPr>
        <dsp:cNvPr id="0" name=""/>
        <dsp:cNvSpPr/>
      </dsp:nvSpPr>
      <dsp:spPr>
        <a:xfrm>
          <a:off x="2243272" y="3049645"/>
          <a:ext cx="652096" cy="652096"/>
        </a:xfrm>
        <a:prstGeom prst="ellipse">
          <a:avLst/>
        </a:prstGeom>
        <a:solidFill>
          <a:schemeClr val="lt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0240C7D-11C2-4CC4-A1A6-64F9DB7171B4}">
      <dsp:nvSpPr>
        <dsp:cNvPr id="0" name=""/>
        <dsp:cNvSpPr/>
      </dsp:nvSpPr>
      <dsp:spPr>
        <a:xfrm>
          <a:off x="56893" y="3897120"/>
          <a:ext cx="2886245" cy="521677"/>
        </a:xfrm>
        <a:prstGeom prst="rect">
          <a:avLst/>
        </a:prstGeom>
        <a:solidFill>
          <a:schemeClr val="dk2">
            <a:hueOff val="0"/>
            <a:satOff val="0"/>
            <a:lumOff val="0"/>
            <a:alphaOff val="0"/>
          </a:schemeClr>
        </a:solidFill>
        <a:ln w="38100" cap="flat" cmpd="sng" algn="ctr">
          <a:solidFill>
            <a:schemeClr val="lt2">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48260" tIns="48260" rIns="414081" bIns="48260" numCol="1" spcCol="1270" anchor="ctr" anchorCtr="0">
          <a:noAutofit/>
        </a:bodyPr>
        <a:lstStyle/>
        <a:p>
          <a:pPr marL="0" lvl="0" indent="0" algn="r" defTabSz="844550">
            <a:lnSpc>
              <a:spcPct val="90000"/>
            </a:lnSpc>
            <a:spcBef>
              <a:spcPct val="0"/>
            </a:spcBef>
            <a:spcAft>
              <a:spcPct val="35000"/>
            </a:spcAft>
            <a:buNone/>
          </a:pPr>
          <a:r>
            <a:rPr lang="en-US" sz="1900" kern="1200" dirty="0"/>
            <a:t>Omnichannel support</a:t>
          </a:r>
        </a:p>
      </dsp:txBody>
      <dsp:txXfrm>
        <a:off x="56893" y="3897120"/>
        <a:ext cx="2886245" cy="521677"/>
      </dsp:txXfrm>
    </dsp:sp>
    <dsp:sp modelId="{8A9C2493-9192-4250-A7FF-AE88D559D633}">
      <dsp:nvSpPr>
        <dsp:cNvPr id="0" name=""/>
        <dsp:cNvSpPr/>
      </dsp:nvSpPr>
      <dsp:spPr>
        <a:xfrm>
          <a:off x="2617091" y="3831910"/>
          <a:ext cx="652096" cy="652096"/>
        </a:xfrm>
        <a:prstGeom prst="ellipse">
          <a:avLst/>
        </a:prstGeom>
        <a:solidFill>
          <a:schemeClr val="lt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42D4BF-CE62-4C37-92E0-DBD81FC58CA8}">
      <dsp:nvSpPr>
        <dsp:cNvPr id="0" name=""/>
        <dsp:cNvSpPr/>
      </dsp:nvSpPr>
      <dsp:spPr>
        <a:xfrm>
          <a:off x="726022" y="0"/>
          <a:ext cx="4840151" cy="5681133"/>
        </a:xfrm>
        <a:prstGeom prst="triangle">
          <a:avLst/>
        </a:prstGeom>
        <a:solidFill>
          <a:schemeClr val="accent6">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D10B0B-F21E-48BD-8F76-3C5CFEBFBE40}">
      <dsp:nvSpPr>
        <dsp:cNvPr id="0" name=""/>
        <dsp:cNvSpPr/>
      </dsp:nvSpPr>
      <dsp:spPr>
        <a:xfrm>
          <a:off x="2420075" y="568668"/>
          <a:ext cx="3146098" cy="1009732"/>
        </a:xfrm>
        <a:prstGeom prst="roundRect">
          <a:avLst/>
        </a:prstGeom>
        <a:solidFill>
          <a:schemeClr val="lt1">
            <a:alpha val="90000"/>
            <a:hueOff val="0"/>
            <a:satOff val="0"/>
            <a:lumOff val="0"/>
            <a:alphaOff val="0"/>
          </a:schemeClr>
        </a:solidFill>
        <a:ln w="25400" cap="flat" cmpd="sng" algn="ctr">
          <a:solidFill>
            <a:schemeClr val="accent6">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Customer service and exchange</a:t>
          </a:r>
        </a:p>
      </dsp:txBody>
      <dsp:txXfrm>
        <a:off x="2469366" y="617959"/>
        <a:ext cx="3047516" cy="911150"/>
      </dsp:txXfrm>
    </dsp:sp>
    <dsp:sp modelId="{432B33EA-0DA6-4CF9-83F6-B7BE0A7ECDDB}">
      <dsp:nvSpPr>
        <dsp:cNvPr id="0" name=""/>
        <dsp:cNvSpPr/>
      </dsp:nvSpPr>
      <dsp:spPr>
        <a:xfrm>
          <a:off x="2420075" y="1704617"/>
          <a:ext cx="3146098" cy="1009732"/>
        </a:xfrm>
        <a:prstGeom prst="roundRect">
          <a:avLst/>
        </a:prstGeom>
        <a:solidFill>
          <a:schemeClr val="lt1">
            <a:alpha val="90000"/>
            <a:hueOff val="0"/>
            <a:satOff val="0"/>
            <a:lumOff val="0"/>
            <a:alphaOff val="0"/>
          </a:schemeClr>
        </a:solidFill>
        <a:ln w="25400" cap="flat" cmpd="sng" algn="ctr">
          <a:solidFill>
            <a:schemeClr val="accent6">
              <a:alpha val="90000"/>
              <a:hueOff val="0"/>
              <a:satOff val="0"/>
              <a:lumOff val="0"/>
              <a:alphaOff val="-13333"/>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Refund and cancellation policy</a:t>
          </a:r>
          <a:endParaRPr lang="en-US" sz="2300" kern="1200" dirty="0"/>
        </a:p>
      </dsp:txBody>
      <dsp:txXfrm>
        <a:off x="2469366" y="1753908"/>
        <a:ext cx="3047516" cy="911150"/>
      </dsp:txXfrm>
    </dsp:sp>
    <dsp:sp modelId="{32CE25E3-6E60-4D4E-9E0E-A6DECBD97BCA}">
      <dsp:nvSpPr>
        <dsp:cNvPr id="0" name=""/>
        <dsp:cNvSpPr/>
      </dsp:nvSpPr>
      <dsp:spPr>
        <a:xfrm>
          <a:off x="2420075" y="2840566"/>
          <a:ext cx="3146098" cy="1009732"/>
        </a:xfrm>
        <a:prstGeom prst="roundRect">
          <a:avLst/>
        </a:prstGeom>
        <a:solidFill>
          <a:schemeClr val="lt1">
            <a:alpha val="90000"/>
            <a:hueOff val="0"/>
            <a:satOff val="0"/>
            <a:lumOff val="0"/>
            <a:alphaOff val="0"/>
          </a:schemeClr>
        </a:solidFill>
        <a:ln w="25400" cap="flat" cmpd="sng" algn="ctr">
          <a:solidFill>
            <a:schemeClr val="accent6">
              <a:alpha val="90000"/>
              <a:hueOff val="0"/>
              <a:satOff val="0"/>
              <a:lumOff val="0"/>
              <a:alphaOff val="-26667"/>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The price level of this organization is high</a:t>
          </a:r>
        </a:p>
      </dsp:txBody>
      <dsp:txXfrm>
        <a:off x="2469366" y="2889857"/>
        <a:ext cx="3047516" cy="911150"/>
      </dsp:txXfrm>
    </dsp:sp>
    <dsp:sp modelId="{D3B5368C-005E-4137-A52C-081D3C7969BD}">
      <dsp:nvSpPr>
        <dsp:cNvPr id="0" name=""/>
        <dsp:cNvSpPr/>
      </dsp:nvSpPr>
      <dsp:spPr>
        <a:xfrm>
          <a:off x="2420075" y="3976515"/>
          <a:ext cx="3146098" cy="1009732"/>
        </a:xfrm>
        <a:prstGeom prst="roundRect">
          <a:avLst/>
        </a:prstGeom>
        <a:solidFill>
          <a:schemeClr val="lt1">
            <a:alpha val="90000"/>
            <a:hueOff val="0"/>
            <a:satOff val="0"/>
            <a:lumOff val="0"/>
            <a:alphaOff val="0"/>
          </a:schemeClr>
        </a:solidFill>
        <a:ln w="25400" cap="flat" cmpd="sng" algn="ctr">
          <a:solidFill>
            <a:schemeClr val="accent6">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Defective product</a:t>
          </a:r>
        </a:p>
      </dsp:txBody>
      <dsp:txXfrm>
        <a:off x="2469366" y="4025806"/>
        <a:ext cx="3047516" cy="9111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9D130-5609-4655-8B84-ED22B0906D5A}">
      <dsp:nvSpPr>
        <dsp:cNvPr id="0" name=""/>
        <dsp:cNvSpPr/>
      </dsp:nvSpPr>
      <dsp:spPr>
        <a:xfrm>
          <a:off x="877" y="0"/>
          <a:ext cx="2203540" cy="775663"/>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BFB10B-4037-4F1F-A9FD-28C64F93C735}">
      <dsp:nvSpPr>
        <dsp:cNvPr id="0" name=""/>
        <dsp:cNvSpPr/>
      </dsp:nvSpPr>
      <dsp:spPr>
        <a:xfrm>
          <a:off x="588487" y="193915"/>
          <a:ext cx="1860767" cy="77566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Market share growth</a:t>
          </a:r>
        </a:p>
      </dsp:txBody>
      <dsp:txXfrm>
        <a:off x="611205" y="216633"/>
        <a:ext cx="1815331" cy="730227"/>
      </dsp:txXfrm>
    </dsp:sp>
    <dsp:sp modelId="{52E97C02-863A-4764-B24D-4B2E0BE3610A}">
      <dsp:nvSpPr>
        <dsp:cNvPr id="0" name=""/>
        <dsp:cNvSpPr/>
      </dsp:nvSpPr>
      <dsp:spPr>
        <a:xfrm>
          <a:off x="2517810" y="0"/>
          <a:ext cx="2203540" cy="775663"/>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327927-A5D0-46E9-98E6-873B87A2DCCF}">
      <dsp:nvSpPr>
        <dsp:cNvPr id="0" name=""/>
        <dsp:cNvSpPr/>
      </dsp:nvSpPr>
      <dsp:spPr>
        <a:xfrm>
          <a:off x="3184447" y="169893"/>
          <a:ext cx="1860767" cy="77566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Competitive advantage</a:t>
          </a:r>
        </a:p>
      </dsp:txBody>
      <dsp:txXfrm>
        <a:off x="3207165" y="192611"/>
        <a:ext cx="1815331" cy="730227"/>
      </dsp:txXfrm>
    </dsp:sp>
    <dsp:sp modelId="{4BF9FC5E-BD50-4A00-8415-ED04F9923B38}">
      <dsp:nvSpPr>
        <dsp:cNvPr id="0" name=""/>
        <dsp:cNvSpPr/>
      </dsp:nvSpPr>
      <dsp:spPr>
        <a:xfrm>
          <a:off x="5034743" y="0"/>
          <a:ext cx="2203540" cy="775663"/>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038364-642B-424D-9E88-40841CCAA83B}">
      <dsp:nvSpPr>
        <dsp:cNvPr id="0" name=""/>
        <dsp:cNvSpPr/>
      </dsp:nvSpPr>
      <dsp:spPr>
        <a:xfrm>
          <a:off x="5622354" y="193915"/>
          <a:ext cx="1860767" cy="77566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Brand reputation</a:t>
          </a:r>
        </a:p>
      </dsp:txBody>
      <dsp:txXfrm>
        <a:off x="5645072" y="216633"/>
        <a:ext cx="1815331" cy="7302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39D130-5609-4655-8B84-ED22B0906D5A}">
      <dsp:nvSpPr>
        <dsp:cNvPr id="0" name=""/>
        <dsp:cNvSpPr/>
      </dsp:nvSpPr>
      <dsp:spPr>
        <a:xfrm>
          <a:off x="944" y="0"/>
          <a:ext cx="2372196" cy="775663"/>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BFB10B-4037-4F1F-A9FD-28C64F93C735}">
      <dsp:nvSpPr>
        <dsp:cNvPr id="0" name=""/>
        <dsp:cNvSpPr/>
      </dsp:nvSpPr>
      <dsp:spPr>
        <a:xfrm>
          <a:off x="633529" y="193915"/>
          <a:ext cx="2003187" cy="77566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Time consuming</a:t>
          </a:r>
        </a:p>
      </dsp:txBody>
      <dsp:txXfrm>
        <a:off x="656247" y="216633"/>
        <a:ext cx="1957751" cy="730227"/>
      </dsp:txXfrm>
    </dsp:sp>
    <dsp:sp modelId="{52E97C02-863A-4764-B24D-4B2E0BE3610A}">
      <dsp:nvSpPr>
        <dsp:cNvPr id="0" name=""/>
        <dsp:cNvSpPr/>
      </dsp:nvSpPr>
      <dsp:spPr>
        <a:xfrm>
          <a:off x="2710519" y="0"/>
          <a:ext cx="2372196" cy="775663"/>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327927-A5D0-46E9-98E6-873B87A2DCCF}">
      <dsp:nvSpPr>
        <dsp:cNvPr id="0" name=""/>
        <dsp:cNvSpPr/>
      </dsp:nvSpPr>
      <dsp:spPr>
        <a:xfrm>
          <a:off x="3428180" y="169893"/>
          <a:ext cx="2003187" cy="77566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Space saving</a:t>
          </a:r>
        </a:p>
      </dsp:txBody>
      <dsp:txXfrm>
        <a:off x="3450898" y="192611"/>
        <a:ext cx="1957751" cy="730227"/>
      </dsp:txXfrm>
    </dsp:sp>
    <dsp:sp modelId="{4BF9FC5E-BD50-4A00-8415-ED04F9923B38}">
      <dsp:nvSpPr>
        <dsp:cNvPr id="0" name=""/>
        <dsp:cNvSpPr/>
      </dsp:nvSpPr>
      <dsp:spPr>
        <a:xfrm>
          <a:off x="5420094" y="0"/>
          <a:ext cx="2372196" cy="775663"/>
        </a:xfrm>
        <a:prstGeom prst="chevron">
          <a:avLst>
            <a:gd name="adj" fmla="val 4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A038364-642B-424D-9E88-40841CCAA83B}">
      <dsp:nvSpPr>
        <dsp:cNvPr id="0" name=""/>
        <dsp:cNvSpPr/>
      </dsp:nvSpPr>
      <dsp:spPr>
        <a:xfrm>
          <a:off x="6052680" y="193915"/>
          <a:ext cx="2003187" cy="77566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Cost effective</a:t>
          </a:r>
        </a:p>
      </dsp:txBody>
      <dsp:txXfrm>
        <a:off x="6075398" y="216633"/>
        <a:ext cx="1957751" cy="730227"/>
      </dsp:txXfrm>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bg>
      <p:bgPr>
        <a:solidFill>
          <a:srgbClr val="0A4CA0"/>
        </a:solidFill>
        <a:effectLst/>
      </p:bgPr>
    </p:bg>
    <p:spTree>
      <p:nvGrpSpPr>
        <p:cNvPr id="1" name="Shape 14"/>
        <p:cNvGrpSpPr/>
        <p:nvPr/>
      </p:nvGrpSpPr>
      <p:grpSpPr>
        <a:xfrm>
          <a:off x="0" y="0"/>
          <a:ext cx="0" cy="0"/>
          <a:chOff x="0" y="0"/>
          <a:chExt cx="0" cy="0"/>
        </a:xfrm>
      </p:grpSpPr>
      <p:pic>
        <p:nvPicPr>
          <p:cNvPr id="15" name="Google Shape;15;p23"/>
          <p:cNvPicPr preferRelativeResize="0"/>
          <p:nvPr/>
        </p:nvPicPr>
        <p:blipFill rotWithShape="1">
          <a:blip r:embed="rId2">
            <a:alphaModFix/>
          </a:blip>
          <a:srcRect/>
          <a:stretch/>
        </p:blipFill>
        <p:spPr>
          <a:xfrm>
            <a:off x="0" y="12700"/>
            <a:ext cx="12192000" cy="6858000"/>
          </a:xfrm>
          <a:prstGeom prst="rect">
            <a:avLst/>
          </a:prstGeom>
          <a:noFill/>
          <a:ln>
            <a:noFill/>
          </a:ln>
        </p:spPr>
      </p:pic>
      <p:pic>
        <p:nvPicPr>
          <p:cNvPr id="16" name="Google Shape;16;p23"/>
          <p:cNvPicPr preferRelativeResize="0"/>
          <p:nvPr/>
        </p:nvPicPr>
        <p:blipFill rotWithShape="1">
          <a:blip r:embed="rId3">
            <a:alphaModFix/>
          </a:blip>
          <a:srcRect b="49857"/>
          <a:stretch/>
        </p:blipFill>
        <p:spPr>
          <a:xfrm>
            <a:off x="8401354" y="9452"/>
            <a:ext cx="2286000" cy="1146248"/>
          </a:xfrm>
          <a:prstGeom prst="rect">
            <a:avLst/>
          </a:prstGeom>
          <a:noFill/>
          <a:ln>
            <a:noFill/>
          </a:ln>
        </p:spPr>
      </p:pic>
      <p:pic>
        <p:nvPicPr>
          <p:cNvPr id="17" name="Google Shape;17;p23"/>
          <p:cNvPicPr preferRelativeResize="0"/>
          <p:nvPr/>
        </p:nvPicPr>
        <p:blipFill rotWithShape="1">
          <a:blip r:embed="rId3">
            <a:alphaModFix/>
          </a:blip>
          <a:srcRect r="34179" b="49857"/>
          <a:stretch/>
        </p:blipFill>
        <p:spPr>
          <a:xfrm>
            <a:off x="10687351" y="9452"/>
            <a:ext cx="1504649" cy="1146248"/>
          </a:xfrm>
          <a:prstGeom prst="rect">
            <a:avLst/>
          </a:prstGeom>
          <a:noFill/>
          <a:ln>
            <a:noFill/>
          </a:ln>
        </p:spPr>
      </p:pic>
      <p:pic>
        <p:nvPicPr>
          <p:cNvPr id="18" name="Google Shape;18;p23"/>
          <p:cNvPicPr preferRelativeResize="0"/>
          <p:nvPr/>
        </p:nvPicPr>
        <p:blipFill rotWithShape="1">
          <a:blip r:embed="rId3">
            <a:alphaModFix/>
          </a:blip>
          <a:srcRect t="1" b="50186"/>
          <a:stretch/>
        </p:blipFill>
        <p:spPr>
          <a:xfrm rot="10800000">
            <a:off x="1504646" y="5731981"/>
            <a:ext cx="2286000" cy="1138718"/>
          </a:xfrm>
          <a:prstGeom prst="rect">
            <a:avLst/>
          </a:prstGeom>
          <a:noFill/>
          <a:ln>
            <a:noFill/>
          </a:ln>
        </p:spPr>
      </p:pic>
      <p:pic>
        <p:nvPicPr>
          <p:cNvPr id="19" name="Google Shape;19;p23"/>
          <p:cNvPicPr preferRelativeResize="0"/>
          <p:nvPr/>
        </p:nvPicPr>
        <p:blipFill rotWithShape="1">
          <a:blip r:embed="rId3">
            <a:alphaModFix/>
          </a:blip>
          <a:srcRect r="34179" b="50186"/>
          <a:stretch/>
        </p:blipFill>
        <p:spPr>
          <a:xfrm rot="10800000">
            <a:off x="-3" y="5731980"/>
            <a:ext cx="1504649" cy="1138720"/>
          </a:xfrm>
          <a:prstGeom prst="rect">
            <a:avLst/>
          </a:prstGeom>
          <a:noFill/>
          <a:ln>
            <a:noFill/>
          </a:ln>
        </p:spPr>
      </p:pic>
      <p:sp>
        <p:nvSpPr>
          <p:cNvPr id="20" name="Google Shape;20;p23"/>
          <p:cNvSpPr txBox="1">
            <a:spLocks noGrp="1"/>
          </p:cNvSpPr>
          <p:nvPr>
            <p:ph type="title"/>
          </p:nvPr>
        </p:nvSpPr>
        <p:spPr>
          <a:xfrm>
            <a:off x="841248" y="841248"/>
            <a:ext cx="10479024" cy="55778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F2F2F2"/>
              </a:buClr>
              <a:buSzPts val="2000"/>
              <a:buFont typeface="Arial"/>
              <a:buNone/>
              <a:defRPr sz="2000" b="1" cap="none">
                <a:solidFill>
                  <a:srgbClr val="F2F2F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23"/>
          <p:cNvSpPr txBox="1">
            <a:spLocks noGrp="1"/>
          </p:cNvSpPr>
          <p:nvPr>
            <p:ph type="body" idx="1"/>
          </p:nvPr>
        </p:nvSpPr>
        <p:spPr>
          <a:xfrm>
            <a:off x="841247" y="1536192"/>
            <a:ext cx="10479215" cy="4480560"/>
          </a:xfrm>
          <a:prstGeom prst="rect">
            <a:avLst/>
          </a:prstGeom>
          <a:noFill/>
          <a:ln>
            <a:noFill/>
          </a:ln>
        </p:spPr>
        <p:txBody>
          <a:bodyPr spcFirstLastPara="1" wrap="square" lIns="0" tIns="0" rIns="0" bIns="0" anchor="t" anchorCtr="0">
            <a:noAutofit/>
          </a:bodyPr>
          <a:lstStyle>
            <a:lvl1pPr marL="457200" lvl="0" indent="-228600" algn="l">
              <a:lnSpc>
                <a:spcPct val="75000"/>
              </a:lnSpc>
              <a:spcBef>
                <a:spcPts val="0"/>
              </a:spcBef>
              <a:spcAft>
                <a:spcPts val="0"/>
              </a:spcAft>
              <a:buClr>
                <a:srgbClr val="F2F2F2"/>
              </a:buClr>
              <a:buSzPts val="6000"/>
              <a:buNone/>
              <a:defRPr sz="8000">
                <a:solidFill>
                  <a:srgbClr val="F2F2F2"/>
                </a:solidFill>
              </a:defRPr>
            </a:lvl1pPr>
            <a:lvl2pPr marL="914400" lvl="1" indent="-314325" algn="l">
              <a:lnSpc>
                <a:spcPct val="90000"/>
              </a:lnSpc>
              <a:spcBef>
                <a:spcPts val="1800"/>
              </a:spcBef>
              <a:spcAft>
                <a:spcPts val="0"/>
              </a:spcAft>
              <a:buClr>
                <a:srgbClr val="3F3F3F"/>
              </a:buClr>
              <a:buSzPts val="1350"/>
              <a:buChar char="•"/>
              <a:defRPr/>
            </a:lvl2pPr>
            <a:lvl3pPr marL="1371600" lvl="2" indent="-314325" algn="l">
              <a:lnSpc>
                <a:spcPct val="90000"/>
              </a:lnSpc>
              <a:spcBef>
                <a:spcPts val="500"/>
              </a:spcBef>
              <a:spcAft>
                <a:spcPts val="0"/>
              </a:spcAft>
              <a:buClr>
                <a:srgbClr val="3F3F3F"/>
              </a:buClr>
              <a:buSzPts val="1350"/>
              <a:buChar char="•"/>
              <a:defRPr/>
            </a:lvl3pPr>
            <a:lvl4pPr marL="1828800" lvl="3" indent="-314325" algn="l">
              <a:lnSpc>
                <a:spcPct val="90000"/>
              </a:lnSpc>
              <a:spcBef>
                <a:spcPts val="500"/>
              </a:spcBef>
              <a:spcAft>
                <a:spcPts val="0"/>
              </a:spcAft>
              <a:buClr>
                <a:srgbClr val="3F3F3F"/>
              </a:buClr>
              <a:buSzPts val="1350"/>
              <a:buChar char="•"/>
              <a:defRPr/>
            </a:lvl4pPr>
            <a:lvl5pPr marL="2286000" lvl="4" indent="-314325" algn="l">
              <a:lnSpc>
                <a:spcPct val="90000"/>
              </a:lnSpc>
              <a:spcBef>
                <a:spcPts val="500"/>
              </a:spcBef>
              <a:spcAft>
                <a:spcPts val="0"/>
              </a:spcAft>
              <a:buClr>
                <a:srgbClr val="3F3F3F"/>
              </a:buClr>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01">
  <p:cSld name="Title and content 01">
    <p:spTree>
      <p:nvGrpSpPr>
        <p:cNvPr id="1" name="Shape 22"/>
        <p:cNvGrpSpPr/>
        <p:nvPr/>
      </p:nvGrpSpPr>
      <p:grpSpPr>
        <a:xfrm>
          <a:off x="0" y="0"/>
          <a:ext cx="0" cy="0"/>
          <a:chOff x="0" y="0"/>
          <a:chExt cx="0" cy="0"/>
        </a:xfrm>
      </p:grpSpPr>
      <p:pic>
        <p:nvPicPr>
          <p:cNvPr id="23" name="Google Shape;23;p24"/>
          <p:cNvPicPr preferRelativeResize="0"/>
          <p:nvPr/>
        </p:nvPicPr>
        <p:blipFill rotWithShape="1">
          <a:blip r:embed="rId2">
            <a:alphaModFix/>
          </a:blip>
          <a:srcRect l="50000" t="1" b="49999"/>
          <a:stretch/>
        </p:blipFill>
        <p:spPr>
          <a:xfrm>
            <a:off x="6096000" y="0"/>
            <a:ext cx="6095999" cy="3429000"/>
          </a:xfrm>
          <a:prstGeom prst="rect">
            <a:avLst/>
          </a:prstGeom>
          <a:noFill/>
          <a:ln>
            <a:noFill/>
          </a:ln>
        </p:spPr>
      </p:pic>
      <p:pic>
        <p:nvPicPr>
          <p:cNvPr id="24" name="Google Shape;24;p24"/>
          <p:cNvPicPr preferRelativeResize="0"/>
          <p:nvPr/>
        </p:nvPicPr>
        <p:blipFill rotWithShape="1">
          <a:blip r:embed="rId2">
            <a:alphaModFix/>
          </a:blip>
          <a:srcRect t="83283" r="87659"/>
          <a:stretch/>
        </p:blipFill>
        <p:spPr>
          <a:xfrm>
            <a:off x="0" y="5731979"/>
            <a:ext cx="1504645" cy="1146408"/>
          </a:xfrm>
          <a:prstGeom prst="rect">
            <a:avLst/>
          </a:prstGeom>
          <a:noFill/>
          <a:ln>
            <a:noFill/>
          </a:ln>
        </p:spPr>
      </p:pic>
      <p:pic>
        <p:nvPicPr>
          <p:cNvPr id="25" name="Google Shape;25;p24"/>
          <p:cNvPicPr preferRelativeResize="0"/>
          <p:nvPr/>
        </p:nvPicPr>
        <p:blipFill rotWithShape="1">
          <a:blip r:embed="rId3">
            <a:alphaModFix/>
          </a:blip>
          <a:srcRect/>
          <a:stretch/>
        </p:blipFill>
        <p:spPr>
          <a:xfrm>
            <a:off x="8401354" y="9452"/>
            <a:ext cx="2286000" cy="2286000"/>
          </a:xfrm>
          <a:prstGeom prst="rect">
            <a:avLst/>
          </a:prstGeom>
          <a:noFill/>
          <a:ln>
            <a:noFill/>
          </a:ln>
        </p:spPr>
      </p:pic>
      <p:pic>
        <p:nvPicPr>
          <p:cNvPr id="26" name="Google Shape;26;p24"/>
          <p:cNvPicPr preferRelativeResize="0"/>
          <p:nvPr/>
        </p:nvPicPr>
        <p:blipFill rotWithShape="1">
          <a:blip r:embed="rId3">
            <a:alphaModFix/>
          </a:blip>
          <a:srcRect r="34179"/>
          <a:stretch/>
        </p:blipFill>
        <p:spPr>
          <a:xfrm>
            <a:off x="10687351" y="9452"/>
            <a:ext cx="1504649" cy="2286000"/>
          </a:xfrm>
          <a:prstGeom prst="rect">
            <a:avLst/>
          </a:prstGeom>
          <a:noFill/>
          <a:ln>
            <a:noFill/>
          </a:ln>
        </p:spPr>
      </p:pic>
      <p:pic>
        <p:nvPicPr>
          <p:cNvPr id="27" name="Google Shape;27;p24"/>
          <p:cNvPicPr preferRelativeResize="0"/>
          <p:nvPr/>
        </p:nvPicPr>
        <p:blipFill rotWithShape="1">
          <a:blip r:embed="rId3">
            <a:alphaModFix/>
          </a:blip>
          <a:srcRect r="34179" b="50186"/>
          <a:stretch/>
        </p:blipFill>
        <p:spPr>
          <a:xfrm rot="10800000">
            <a:off x="-3" y="5731980"/>
            <a:ext cx="1504649" cy="1138720"/>
          </a:xfrm>
          <a:prstGeom prst="rect">
            <a:avLst/>
          </a:prstGeom>
          <a:noFill/>
          <a:ln>
            <a:noFill/>
          </a:ln>
        </p:spPr>
      </p:pic>
      <p:sp>
        <p:nvSpPr>
          <p:cNvPr id="28" name="Google Shape;28;p24"/>
          <p:cNvSpPr txBox="1">
            <a:spLocks noGrp="1"/>
          </p:cNvSpPr>
          <p:nvPr>
            <p:ph type="title"/>
          </p:nvPr>
        </p:nvSpPr>
        <p:spPr>
          <a:xfrm>
            <a:off x="841248" y="841248"/>
            <a:ext cx="10479024" cy="55778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262626"/>
              </a:buClr>
              <a:buSzPts val="2000"/>
              <a:buFont typeface="Arial"/>
              <a:buNone/>
              <a:defRPr sz="2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4"/>
          <p:cNvSpPr txBox="1">
            <a:spLocks noGrp="1"/>
          </p:cNvSpPr>
          <p:nvPr>
            <p:ph type="body" idx="1"/>
          </p:nvPr>
        </p:nvSpPr>
        <p:spPr>
          <a:xfrm>
            <a:off x="841248" y="1536827"/>
            <a:ext cx="6556375" cy="4479925"/>
          </a:xfrm>
          <a:prstGeom prst="rect">
            <a:avLst/>
          </a:prstGeom>
          <a:noFill/>
          <a:ln>
            <a:noFill/>
          </a:ln>
        </p:spPr>
        <p:txBody>
          <a:bodyPr spcFirstLastPara="1" wrap="square" lIns="0" tIns="0" rIns="0" bIns="0" anchor="t" anchorCtr="0">
            <a:normAutofit/>
          </a:bodyPr>
          <a:lstStyle>
            <a:lvl1pPr marL="457200" lvl="0" indent="-361950" algn="l">
              <a:lnSpc>
                <a:spcPct val="140000"/>
              </a:lnSpc>
              <a:spcBef>
                <a:spcPts val="0"/>
              </a:spcBef>
              <a:spcAft>
                <a:spcPts val="0"/>
              </a:spcAft>
              <a:buClr>
                <a:srgbClr val="3F3F3F"/>
              </a:buClr>
              <a:buSzPts val="2100"/>
              <a:buChar char="•"/>
              <a:defRPr sz="2800"/>
            </a:lvl1pPr>
            <a:lvl2pPr marL="914400" lvl="1" indent="-361950" algn="l">
              <a:lnSpc>
                <a:spcPct val="90000"/>
              </a:lnSpc>
              <a:spcBef>
                <a:spcPts val="500"/>
              </a:spcBef>
              <a:spcAft>
                <a:spcPts val="0"/>
              </a:spcAft>
              <a:buClr>
                <a:srgbClr val="3F3F3F"/>
              </a:buClr>
              <a:buSzPts val="2100"/>
              <a:buChar char="•"/>
              <a:defRPr sz="2800"/>
            </a:lvl2pPr>
            <a:lvl3pPr marL="1371600" lvl="2" indent="-342900" algn="l">
              <a:lnSpc>
                <a:spcPct val="90000"/>
              </a:lnSpc>
              <a:spcBef>
                <a:spcPts val="500"/>
              </a:spcBef>
              <a:spcAft>
                <a:spcPts val="0"/>
              </a:spcAft>
              <a:buClr>
                <a:srgbClr val="3F3F3F"/>
              </a:buClr>
              <a:buSzPts val="1800"/>
              <a:buChar char="•"/>
              <a:defRPr sz="2400"/>
            </a:lvl3pPr>
            <a:lvl4pPr marL="1828800" lvl="3" indent="-342900" algn="l">
              <a:lnSpc>
                <a:spcPct val="90000"/>
              </a:lnSpc>
              <a:spcBef>
                <a:spcPts val="500"/>
              </a:spcBef>
              <a:spcAft>
                <a:spcPts val="0"/>
              </a:spcAft>
              <a:buClr>
                <a:srgbClr val="3F3F3F"/>
              </a:buClr>
              <a:buSzPts val="1800"/>
              <a:buChar char="•"/>
              <a:defRPr sz="2400"/>
            </a:lvl4pPr>
            <a:lvl5pPr marL="2286000" lvl="4" indent="-323850" algn="l">
              <a:lnSpc>
                <a:spcPct val="90000"/>
              </a:lnSpc>
              <a:spcBef>
                <a:spcPts val="500"/>
              </a:spcBef>
              <a:spcAft>
                <a:spcPts val="0"/>
              </a:spcAft>
              <a:buClr>
                <a:srgbClr val="3F3F3F"/>
              </a:buClr>
              <a:buSzPts val="1500"/>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4"/>
          <p:cNvSpPr txBox="1">
            <a:spLocks noGrp="1"/>
          </p:cNvSpPr>
          <p:nvPr>
            <p:ph type="ftr" idx="11"/>
          </p:nvPr>
        </p:nvSpPr>
        <p:spPr>
          <a:xfrm>
            <a:off x="432000" y="6365893"/>
            <a:ext cx="4114800" cy="226714"/>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4"/>
          <p:cNvSpPr txBox="1">
            <a:spLocks noGrp="1"/>
          </p:cNvSpPr>
          <p:nvPr>
            <p:ph type="sldNum" idx="12"/>
          </p:nvPr>
        </p:nvSpPr>
        <p:spPr>
          <a:xfrm>
            <a:off x="10917936" y="6385422"/>
            <a:ext cx="843264" cy="288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break with image 01">
  <p:cSld name="Section break with image 01">
    <p:bg>
      <p:bgPr>
        <a:solidFill>
          <a:srgbClr val="0A4CA0"/>
        </a:solidFill>
        <a:effectLst/>
      </p:bgPr>
    </p:bg>
    <p:spTree>
      <p:nvGrpSpPr>
        <p:cNvPr id="1" name="Shape 32"/>
        <p:cNvGrpSpPr/>
        <p:nvPr/>
      </p:nvGrpSpPr>
      <p:grpSpPr>
        <a:xfrm>
          <a:off x="0" y="0"/>
          <a:ext cx="0" cy="0"/>
          <a:chOff x="0" y="0"/>
          <a:chExt cx="0" cy="0"/>
        </a:xfrm>
      </p:grpSpPr>
      <p:pic>
        <p:nvPicPr>
          <p:cNvPr id="33" name="Google Shape;33;p25"/>
          <p:cNvPicPr preferRelativeResize="0"/>
          <p:nvPr/>
        </p:nvPicPr>
        <p:blipFill rotWithShape="1">
          <a:blip r:embed="rId2">
            <a:alphaModFix/>
          </a:blip>
          <a:srcRect l="50000" t="1" b="49999"/>
          <a:stretch/>
        </p:blipFill>
        <p:spPr>
          <a:xfrm>
            <a:off x="6096000" y="0"/>
            <a:ext cx="6095999" cy="3429000"/>
          </a:xfrm>
          <a:prstGeom prst="rect">
            <a:avLst/>
          </a:prstGeom>
          <a:noFill/>
          <a:ln>
            <a:noFill/>
          </a:ln>
        </p:spPr>
      </p:pic>
      <p:pic>
        <p:nvPicPr>
          <p:cNvPr id="34" name="Google Shape;34;p25"/>
          <p:cNvPicPr preferRelativeResize="0"/>
          <p:nvPr/>
        </p:nvPicPr>
        <p:blipFill rotWithShape="1">
          <a:blip r:embed="rId2">
            <a:alphaModFix/>
          </a:blip>
          <a:srcRect t="83283" r="50000"/>
          <a:stretch/>
        </p:blipFill>
        <p:spPr>
          <a:xfrm>
            <a:off x="0" y="5731979"/>
            <a:ext cx="6096000" cy="1146408"/>
          </a:xfrm>
          <a:prstGeom prst="rect">
            <a:avLst/>
          </a:prstGeom>
          <a:noFill/>
          <a:ln>
            <a:noFill/>
          </a:ln>
        </p:spPr>
      </p:pic>
      <p:pic>
        <p:nvPicPr>
          <p:cNvPr id="35" name="Google Shape;35;p25"/>
          <p:cNvPicPr preferRelativeResize="0"/>
          <p:nvPr/>
        </p:nvPicPr>
        <p:blipFill rotWithShape="1">
          <a:blip r:embed="rId3">
            <a:alphaModFix/>
          </a:blip>
          <a:srcRect/>
          <a:stretch/>
        </p:blipFill>
        <p:spPr>
          <a:xfrm>
            <a:off x="8401354" y="9452"/>
            <a:ext cx="2286000" cy="2286000"/>
          </a:xfrm>
          <a:prstGeom prst="rect">
            <a:avLst/>
          </a:prstGeom>
          <a:noFill/>
          <a:ln>
            <a:noFill/>
          </a:ln>
        </p:spPr>
      </p:pic>
      <p:pic>
        <p:nvPicPr>
          <p:cNvPr id="36" name="Google Shape;36;p25"/>
          <p:cNvPicPr preferRelativeResize="0"/>
          <p:nvPr/>
        </p:nvPicPr>
        <p:blipFill rotWithShape="1">
          <a:blip r:embed="rId3">
            <a:alphaModFix/>
          </a:blip>
          <a:srcRect r="34179"/>
          <a:stretch/>
        </p:blipFill>
        <p:spPr>
          <a:xfrm>
            <a:off x="10687351" y="9452"/>
            <a:ext cx="1504649" cy="2286000"/>
          </a:xfrm>
          <a:prstGeom prst="rect">
            <a:avLst/>
          </a:prstGeom>
          <a:noFill/>
          <a:ln>
            <a:noFill/>
          </a:ln>
        </p:spPr>
      </p:pic>
      <p:pic>
        <p:nvPicPr>
          <p:cNvPr id="37" name="Google Shape;37;p25"/>
          <p:cNvPicPr preferRelativeResize="0"/>
          <p:nvPr/>
        </p:nvPicPr>
        <p:blipFill rotWithShape="1">
          <a:blip r:embed="rId3">
            <a:alphaModFix/>
          </a:blip>
          <a:srcRect t="1" b="50186"/>
          <a:stretch/>
        </p:blipFill>
        <p:spPr>
          <a:xfrm rot="10800000">
            <a:off x="1504646" y="5731981"/>
            <a:ext cx="2286000" cy="1138718"/>
          </a:xfrm>
          <a:prstGeom prst="rect">
            <a:avLst/>
          </a:prstGeom>
          <a:noFill/>
          <a:ln>
            <a:noFill/>
          </a:ln>
        </p:spPr>
      </p:pic>
      <p:pic>
        <p:nvPicPr>
          <p:cNvPr id="38" name="Google Shape;38;p25"/>
          <p:cNvPicPr preferRelativeResize="0"/>
          <p:nvPr/>
        </p:nvPicPr>
        <p:blipFill rotWithShape="1">
          <a:blip r:embed="rId3">
            <a:alphaModFix/>
          </a:blip>
          <a:srcRect r="34179" b="50186"/>
          <a:stretch/>
        </p:blipFill>
        <p:spPr>
          <a:xfrm rot="10800000">
            <a:off x="-3" y="5731980"/>
            <a:ext cx="1504649" cy="1138720"/>
          </a:xfrm>
          <a:prstGeom prst="rect">
            <a:avLst/>
          </a:prstGeom>
          <a:noFill/>
          <a:ln>
            <a:noFill/>
          </a:ln>
        </p:spPr>
      </p:pic>
      <p:sp>
        <p:nvSpPr>
          <p:cNvPr id="39" name="Google Shape;39;p25"/>
          <p:cNvSpPr>
            <a:spLocks noGrp="1"/>
          </p:cNvSpPr>
          <p:nvPr>
            <p:ph type="pic" idx="2"/>
          </p:nvPr>
        </p:nvSpPr>
        <p:spPr>
          <a:xfrm>
            <a:off x="6111240" y="2231136"/>
            <a:ext cx="6080760" cy="4626864"/>
          </a:xfrm>
          <a:prstGeom prst="rect">
            <a:avLst/>
          </a:prstGeom>
          <a:solidFill>
            <a:srgbClr val="0A4CA0"/>
          </a:solidFill>
          <a:ln>
            <a:noFill/>
          </a:ln>
        </p:spPr>
      </p:sp>
      <p:sp>
        <p:nvSpPr>
          <p:cNvPr id="40" name="Google Shape;40;p25"/>
          <p:cNvSpPr txBox="1">
            <a:spLocks noGrp="1"/>
          </p:cNvSpPr>
          <p:nvPr>
            <p:ph type="title"/>
          </p:nvPr>
        </p:nvSpPr>
        <p:spPr>
          <a:xfrm>
            <a:off x="841248" y="841248"/>
            <a:ext cx="6931152" cy="55778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F2F2F2"/>
              </a:buClr>
              <a:buSzPts val="2000"/>
              <a:buFont typeface="Arial"/>
              <a:buNone/>
              <a:defRPr sz="2000" b="1" cap="none">
                <a:solidFill>
                  <a:srgbClr val="F2F2F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25"/>
          <p:cNvSpPr txBox="1">
            <a:spLocks noGrp="1"/>
          </p:cNvSpPr>
          <p:nvPr>
            <p:ph type="body" idx="1"/>
          </p:nvPr>
        </p:nvSpPr>
        <p:spPr>
          <a:xfrm>
            <a:off x="841247" y="1536192"/>
            <a:ext cx="6931152" cy="4480560"/>
          </a:xfrm>
          <a:prstGeom prst="rect">
            <a:avLst/>
          </a:prstGeom>
          <a:noFill/>
          <a:ln>
            <a:noFill/>
          </a:ln>
        </p:spPr>
        <p:txBody>
          <a:bodyPr spcFirstLastPara="1" wrap="square" lIns="0" tIns="0" rIns="0" bIns="0" anchor="t" anchorCtr="0">
            <a:noAutofit/>
          </a:bodyPr>
          <a:lstStyle>
            <a:lvl1pPr marL="457200" lvl="0" indent="-228600" algn="l">
              <a:lnSpc>
                <a:spcPct val="75000"/>
              </a:lnSpc>
              <a:spcBef>
                <a:spcPts val="0"/>
              </a:spcBef>
              <a:spcAft>
                <a:spcPts val="0"/>
              </a:spcAft>
              <a:buClr>
                <a:srgbClr val="F2F2F2"/>
              </a:buClr>
              <a:buSzPts val="6000"/>
              <a:buNone/>
              <a:defRPr sz="8000">
                <a:solidFill>
                  <a:srgbClr val="F2F2F2"/>
                </a:solidFill>
              </a:defRPr>
            </a:lvl1pPr>
            <a:lvl2pPr marL="914400" lvl="1" indent="-314325" algn="l">
              <a:lnSpc>
                <a:spcPct val="90000"/>
              </a:lnSpc>
              <a:spcBef>
                <a:spcPts val="1800"/>
              </a:spcBef>
              <a:spcAft>
                <a:spcPts val="0"/>
              </a:spcAft>
              <a:buClr>
                <a:srgbClr val="3F3F3F"/>
              </a:buClr>
              <a:buSzPts val="1350"/>
              <a:buChar char="•"/>
              <a:defRPr/>
            </a:lvl2pPr>
            <a:lvl3pPr marL="1371600" lvl="2" indent="-314325" algn="l">
              <a:lnSpc>
                <a:spcPct val="90000"/>
              </a:lnSpc>
              <a:spcBef>
                <a:spcPts val="500"/>
              </a:spcBef>
              <a:spcAft>
                <a:spcPts val="0"/>
              </a:spcAft>
              <a:buClr>
                <a:srgbClr val="3F3F3F"/>
              </a:buClr>
              <a:buSzPts val="1350"/>
              <a:buChar char="•"/>
              <a:defRPr/>
            </a:lvl3pPr>
            <a:lvl4pPr marL="1828800" lvl="3" indent="-314325" algn="l">
              <a:lnSpc>
                <a:spcPct val="90000"/>
              </a:lnSpc>
              <a:spcBef>
                <a:spcPts val="500"/>
              </a:spcBef>
              <a:spcAft>
                <a:spcPts val="0"/>
              </a:spcAft>
              <a:buClr>
                <a:srgbClr val="3F3F3F"/>
              </a:buClr>
              <a:buSzPts val="1350"/>
              <a:buChar char="•"/>
              <a:defRPr/>
            </a:lvl4pPr>
            <a:lvl5pPr marL="2286000" lvl="4" indent="-314325" algn="l">
              <a:lnSpc>
                <a:spcPct val="90000"/>
              </a:lnSpc>
              <a:spcBef>
                <a:spcPts val="500"/>
              </a:spcBef>
              <a:spcAft>
                <a:spcPts val="0"/>
              </a:spcAft>
              <a:buClr>
                <a:srgbClr val="3F3F3F"/>
              </a:buClr>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break with image 02">
  <p:cSld name="Section break with image 02">
    <p:bg>
      <p:bgPr>
        <a:solidFill>
          <a:srgbClr val="0A4CA0"/>
        </a:solidFill>
        <a:effectLst/>
      </p:bgPr>
    </p:bg>
    <p:spTree>
      <p:nvGrpSpPr>
        <p:cNvPr id="1" name="Shape 42"/>
        <p:cNvGrpSpPr/>
        <p:nvPr/>
      </p:nvGrpSpPr>
      <p:grpSpPr>
        <a:xfrm>
          <a:off x="0" y="0"/>
          <a:ext cx="0" cy="0"/>
          <a:chOff x="0" y="0"/>
          <a:chExt cx="0" cy="0"/>
        </a:xfrm>
      </p:grpSpPr>
      <p:pic>
        <p:nvPicPr>
          <p:cNvPr id="43" name="Google Shape;43;p26"/>
          <p:cNvPicPr preferRelativeResize="0"/>
          <p:nvPr/>
        </p:nvPicPr>
        <p:blipFill rotWithShape="1">
          <a:blip r:embed="rId2">
            <a:alphaModFix/>
          </a:blip>
          <a:srcRect l="50000"/>
          <a:stretch/>
        </p:blipFill>
        <p:spPr>
          <a:xfrm>
            <a:off x="6096000" y="0"/>
            <a:ext cx="6096000" cy="6857999"/>
          </a:xfrm>
          <a:prstGeom prst="rect">
            <a:avLst/>
          </a:prstGeom>
          <a:noFill/>
          <a:ln>
            <a:noFill/>
          </a:ln>
        </p:spPr>
      </p:pic>
      <p:pic>
        <p:nvPicPr>
          <p:cNvPr id="44" name="Google Shape;44;p26"/>
          <p:cNvPicPr preferRelativeResize="0"/>
          <p:nvPr/>
        </p:nvPicPr>
        <p:blipFill rotWithShape="1">
          <a:blip r:embed="rId3">
            <a:alphaModFix/>
          </a:blip>
          <a:srcRect/>
          <a:stretch/>
        </p:blipFill>
        <p:spPr>
          <a:xfrm>
            <a:off x="8401354" y="2297076"/>
            <a:ext cx="2286000" cy="2286000"/>
          </a:xfrm>
          <a:prstGeom prst="rect">
            <a:avLst/>
          </a:prstGeom>
          <a:noFill/>
          <a:ln>
            <a:noFill/>
          </a:ln>
        </p:spPr>
      </p:pic>
      <p:pic>
        <p:nvPicPr>
          <p:cNvPr id="45" name="Google Shape;45;p26"/>
          <p:cNvPicPr preferRelativeResize="0"/>
          <p:nvPr/>
        </p:nvPicPr>
        <p:blipFill rotWithShape="1">
          <a:blip r:embed="rId3">
            <a:alphaModFix/>
          </a:blip>
          <a:srcRect r="34179"/>
          <a:stretch/>
        </p:blipFill>
        <p:spPr>
          <a:xfrm>
            <a:off x="10687351" y="2297076"/>
            <a:ext cx="1504649" cy="2286000"/>
          </a:xfrm>
          <a:prstGeom prst="rect">
            <a:avLst/>
          </a:prstGeom>
          <a:noFill/>
          <a:ln>
            <a:noFill/>
          </a:ln>
        </p:spPr>
      </p:pic>
      <p:pic>
        <p:nvPicPr>
          <p:cNvPr id="46" name="Google Shape;46;p26"/>
          <p:cNvPicPr preferRelativeResize="0"/>
          <p:nvPr/>
        </p:nvPicPr>
        <p:blipFill rotWithShape="1">
          <a:blip r:embed="rId3">
            <a:alphaModFix/>
          </a:blip>
          <a:srcRect/>
          <a:stretch/>
        </p:blipFill>
        <p:spPr>
          <a:xfrm>
            <a:off x="8401354" y="9452"/>
            <a:ext cx="2286000" cy="2286000"/>
          </a:xfrm>
          <a:prstGeom prst="rect">
            <a:avLst/>
          </a:prstGeom>
          <a:noFill/>
          <a:ln>
            <a:noFill/>
          </a:ln>
        </p:spPr>
      </p:pic>
      <p:pic>
        <p:nvPicPr>
          <p:cNvPr id="47" name="Google Shape;47;p26"/>
          <p:cNvPicPr preferRelativeResize="0"/>
          <p:nvPr/>
        </p:nvPicPr>
        <p:blipFill rotWithShape="1">
          <a:blip r:embed="rId3">
            <a:alphaModFix/>
          </a:blip>
          <a:srcRect r="34179"/>
          <a:stretch/>
        </p:blipFill>
        <p:spPr>
          <a:xfrm>
            <a:off x="10687351" y="9452"/>
            <a:ext cx="1504649" cy="2286000"/>
          </a:xfrm>
          <a:prstGeom prst="rect">
            <a:avLst/>
          </a:prstGeom>
          <a:noFill/>
          <a:ln>
            <a:noFill/>
          </a:ln>
        </p:spPr>
      </p:pic>
      <p:sp>
        <p:nvSpPr>
          <p:cNvPr id="48" name="Google Shape;48;p26"/>
          <p:cNvSpPr txBox="1">
            <a:spLocks noGrp="1"/>
          </p:cNvSpPr>
          <p:nvPr>
            <p:ph type="title"/>
          </p:nvPr>
        </p:nvSpPr>
        <p:spPr>
          <a:xfrm>
            <a:off x="841248" y="841248"/>
            <a:ext cx="10479024" cy="55778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F2F2F2"/>
              </a:buClr>
              <a:buSzPts val="2000"/>
              <a:buFont typeface="Arial"/>
              <a:buNone/>
              <a:defRPr sz="2000" b="1" cap="none">
                <a:solidFill>
                  <a:srgbClr val="F2F2F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26"/>
          <p:cNvSpPr txBox="1">
            <a:spLocks noGrp="1"/>
          </p:cNvSpPr>
          <p:nvPr>
            <p:ph type="body" idx="1"/>
          </p:nvPr>
        </p:nvSpPr>
        <p:spPr>
          <a:xfrm>
            <a:off x="841247" y="1536192"/>
            <a:ext cx="10479024" cy="2679192"/>
          </a:xfrm>
          <a:prstGeom prst="rect">
            <a:avLst/>
          </a:prstGeom>
          <a:noFill/>
          <a:ln>
            <a:noFill/>
          </a:ln>
        </p:spPr>
        <p:txBody>
          <a:bodyPr spcFirstLastPara="1" wrap="square" lIns="0" tIns="0" rIns="0" bIns="0" anchor="t" anchorCtr="0">
            <a:noAutofit/>
          </a:bodyPr>
          <a:lstStyle>
            <a:lvl1pPr marL="457200" lvl="0" indent="-228600" algn="l">
              <a:lnSpc>
                <a:spcPct val="75000"/>
              </a:lnSpc>
              <a:spcBef>
                <a:spcPts val="0"/>
              </a:spcBef>
              <a:spcAft>
                <a:spcPts val="0"/>
              </a:spcAft>
              <a:buClr>
                <a:srgbClr val="F2F2F2"/>
              </a:buClr>
              <a:buSzPts val="6000"/>
              <a:buNone/>
              <a:defRPr sz="8000">
                <a:solidFill>
                  <a:srgbClr val="F2F2F2"/>
                </a:solidFill>
              </a:defRPr>
            </a:lvl1pPr>
            <a:lvl2pPr marL="914400" lvl="1" indent="-314325" algn="l">
              <a:lnSpc>
                <a:spcPct val="90000"/>
              </a:lnSpc>
              <a:spcBef>
                <a:spcPts val="1800"/>
              </a:spcBef>
              <a:spcAft>
                <a:spcPts val="0"/>
              </a:spcAft>
              <a:buClr>
                <a:srgbClr val="3F3F3F"/>
              </a:buClr>
              <a:buSzPts val="1350"/>
              <a:buChar char="•"/>
              <a:defRPr/>
            </a:lvl2pPr>
            <a:lvl3pPr marL="1371600" lvl="2" indent="-314325" algn="l">
              <a:lnSpc>
                <a:spcPct val="90000"/>
              </a:lnSpc>
              <a:spcBef>
                <a:spcPts val="500"/>
              </a:spcBef>
              <a:spcAft>
                <a:spcPts val="0"/>
              </a:spcAft>
              <a:buClr>
                <a:srgbClr val="3F3F3F"/>
              </a:buClr>
              <a:buSzPts val="1350"/>
              <a:buChar char="•"/>
              <a:defRPr/>
            </a:lvl3pPr>
            <a:lvl4pPr marL="1828800" lvl="3" indent="-314325" algn="l">
              <a:lnSpc>
                <a:spcPct val="90000"/>
              </a:lnSpc>
              <a:spcBef>
                <a:spcPts val="500"/>
              </a:spcBef>
              <a:spcAft>
                <a:spcPts val="0"/>
              </a:spcAft>
              <a:buClr>
                <a:srgbClr val="3F3F3F"/>
              </a:buClr>
              <a:buSzPts val="1350"/>
              <a:buChar char="•"/>
              <a:defRPr/>
            </a:lvl4pPr>
            <a:lvl5pPr marL="2286000" lvl="4" indent="-314325" algn="l">
              <a:lnSpc>
                <a:spcPct val="90000"/>
              </a:lnSpc>
              <a:spcBef>
                <a:spcPts val="500"/>
              </a:spcBef>
              <a:spcAft>
                <a:spcPts val="0"/>
              </a:spcAft>
              <a:buClr>
                <a:srgbClr val="3F3F3F"/>
              </a:buClr>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26"/>
          <p:cNvSpPr>
            <a:spLocks noGrp="1"/>
          </p:cNvSpPr>
          <p:nvPr>
            <p:ph type="pic" idx="2"/>
          </p:nvPr>
        </p:nvSpPr>
        <p:spPr>
          <a:xfrm>
            <a:off x="0" y="4462272"/>
            <a:ext cx="12188952" cy="2395728"/>
          </a:xfrm>
          <a:prstGeom prst="rect">
            <a:avLst/>
          </a:prstGeom>
          <a:solidFill>
            <a:srgbClr val="0F73EF"/>
          </a:solid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with image">
  <p:cSld name="Title and content with image">
    <p:spTree>
      <p:nvGrpSpPr>
        <p:cNvPr id="1" name="Shape 51"/>
        <p:cNvGrpSpPr/>
        <p:nvPr/>
      </p:nvGrpSpPr>
      <p:grpSpPr>
        <a:xfrm>
          <a:off x="0" y="0"/>
          <a:ext cx="0" cy="0"/>
          <a:chOff x="0" y="0"/>
          <a:chExt cx="0" cy="0"/>
        </a:xfrm>
      </p:grpSpPr>
      <p:pic>
        <p:nvPicPr>
          <p:cNvPr id="52" name="Google Shape;52;p27"/>
          <p:cNvPicPr preferRelativeResize="0"/>
          <p:nvPr/>
        </p:nvPicPr>
        <p:blipFill rotWithShape="1">
          <a:blip r:embed="rId2">
            <a:alphaModFix/>
          </a:blip>
          <a:srcRect t="83396"/>
          <a:stretch/>
        </p:blipFill>
        <p:spPr>
          <a:xfrm>
            <a:off x="0" y="5731980"/>
            <a:ext cx="12192000" cy="1138720"/>
          </a:xfrm>
          <a:prstGeom prst="rect">
            <a:avLst/>
          </a:prstGeom>
          <a:noFill/>
          <a:ln>
            <a:noFill/>
          </a:ln>
        </p:spPr>
      </p:pic>
      <p:pic>
        <p:nvPicPr>
          <p:cNvPr id="53" name="Google Shape;53;p27"/>
          <p:cNvPicPr preferRelativeResize="0"/>
          <p:nvPr/>
        </p:nvPicPr>
        <p:blipFill rotWithShape="1">
          <a:blip r:embed="rId2">
            <a:alphaModFix/>
          </a:blip>
          <a:srcRect r="68854" b="83396"/>
          <a:stretch/>
        </p:blipFill>
        <p:spPr>
          <a:xfrm>
            <a:off x="0" y="12700"/>
            <a:ext cx="3797300" cy="1138720"/>
          </a:xfrm>
          <a:prstGeom prst="rect">
            <a:avLst/>
          </a:prstGeom>
          <a:noFill/>
          <a:ln>
            <a:noFill/>
          </a:ln>
        </p:spPr>
      </p:pic>
      <p:pic>
        <p:nvPicPr>
          <p:cNvPr id="54" name="Google Shape;54;p27"/>
          <p:cNvPicPr preferRelativeResize="0"/>
          <p:nvPr/>
        </p:nvPicPr>
        <p:blipFill rotWithShape="1">
          <a:blip r:embed="rId3">
            <a:alphaModFix/>
          </a:blip>
          <a:srcRect l="33598" b="49857"/>
          <a:stretch/>
        </p:blipFill>
        <p:spPr>
          <a:xfrm>
            <a:off x="0" y="9452"/>
            <a:ext cx="1517954" cy="1146248"/>
          </a:xfrm>
          <a:prstGeom prst="rect">
            <a:avLst/>
          </a:prstGeom>
          <a:noFill/>
          <a:ln>
            <a:noFill/>
          </a:ln>
        </p:spPr>
      </p:pic>
      <p:sp>
        <p:nvSpPr>
          <p:cNvPr id="55" name="Google Shape;55;p27"/>
          <p:cNvSpPr txBox="1">
            <a:spLocks noGrp="1"/>
          </p:cNvSpPr>
          <p:nvPr>
            <p:ph type="title"/>
          </p:nvPr>
        </p:nvSpPr>
        <p:spPr>
          <a:xfrm>
            <a:off x="4764024" y="841248"/>
            <a:ext cx="6556248" cy="55778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262626"/>
              </a:buClr>
              <a:buSzPts val="2000"/>
              <a:buFont typeface="Arial"/>
              <a:buNone/>
              <a:defRPr sz="2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7"/>
          <p:cNvSpPr>
            <a:spLocks noGrp="1"/>
          </p:cNvSpPr>
          <p:nvPr>
            <p:ph type="pic" idx="2"/>
          </p:nvPr>
        </p:nvSpPr>
        <p:spPr>
          <a:xfrm>
            <a:off x="0" y="836676"/>
            <a:ext cx="3785616" cy="5184648"/>
          </a:xfrm>
          <a:prstGeom prst="rect">
            <a:avLst/>
          </a:prstGeom>
          <a:solidFill>
            <a:srgbClr val="0F73EF"/>
          </a:solidFill>
          <a:ln>
            <a:noFill/>
          </a:ln>
        </p:spPr>
      </p:sp>
      <p:sp>
        <p:nvSpPr>
          <p:cNvPr id="57" name="Google Shape;57;p27"/>
          <p:cNvSpPr txBox="1">
            <a:spLocks noGrp="1"/>
          </p:cNvSpPr>
          <p:nvPr>
            <p:ph type="body" idx="1"/>
          </p:nvPr>
        </p:nvSpPr>
        <p:spPr>
          <a:xfrm>
            <a:off x="4764023" y="1536827"/>
            <a:ext cx="6556247" cy="4479925"/>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0"/>
              </a:spcBef>
              <a:spcAft>
                <a:spcPts val="0"/>
              </a:spcAft>
              <a:buClr>
                <a:srgbClr val="3F3F3F"/>
              </a:buClr>
              <a:buSzPts val="2000"/>
              <a:buChar char="•"/>
              <a:defRPr sz="2000"/>
            </a:lvl1pPr>
            <a:lvl2pPr marL="914400" lvl="1" indent="-355600" algn="l">
              <a:lnSpc>
                <a:spcPct val="90000"/>
              </a:lnSpc>
              <a:spcBef>
                <a:spcPts val="1800"/>
              </a:spcBef>
              <a:spcAft>
                <a:spcPts val="0"/>
              </a:spcAft>
              <a:buClr>
                <a:srgbClr val="3F3F3F"/>
              </a:buClr>
              <a:buSzPts val="2000"/>
              <a:buChar char="•"/>
              <a:defRPr sz="2000"/>
            </a:lvl2pPr>
            <a:lvl3pPr marL="1371600" lvl="2" indent="-342900" algn="l">
              <a:lnSpc>
                <a:spcPct val="90000"/>
              </a:lnSpc>
              <a:spcBef>
                <a:spcPts val="500"/>
              </a:spcBef>
              <a:spcAft>
                <a:spcPts val="0"/>
              </a:spcAft>
              <a:buClr>
                <a:srgbClr val="3F3F3F"/>
              </a:buClr>
              <a:buSzPts val="1800"/>
              <a:buChar char="•"/>
              <a:defRPr sz="1800"/>
            </a:lvl3pPr>
            <a:lvl4pPr marL="1828800" lvl="3" indent="-342900" algn="l">
              <a:lnSpc>
                <a:spcPct val="90000"/>
              </a:lnSpc>
              <a:spcBef>
                <a:spcPts val="500"/>
              </a:spcBef>
              <a:spcAft>
                <a:spcPts val="0"/>
              </a:spcAft>
              <a:buClr>
                <a:srgbClr val="3F3F3F"/>
              </a:buClr>
              <a:buSzPts val="1800"/>
              <a:buChar char="•"/>
              <a:defRPr sz="1800"/>
            </a:lvl4pPr>
            <a:lvl5pPr marL="2286000" lvl="4" indent="-330200" algn="l">
              <a:lnSpc>
                <a:spcPct val="90000"/>
              </a:lnSpc>
              <a:spcBef>
                <a:spcPts val="500"/>
              </a:spcBef>
              <a:spcAft>
                <a:spcPts val="0"/>
              </a:spcAft>
              <a:buClr>
                <a:srgbClr val="3F3F3F"/>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7"/>
          <p:cNvSpPr txBox="1">
            <a:spLocks noGrp="1"/>
          </p:cNvSpPr>
          <p:nvPr>
            <p:ph type="ftr" idx="11"/>
          </p:nvPr>
        </p:nvSpPr>
        <p:spPr>
          <a:xfrm>
            <a:off x="432000" y="6365893"/>
            <a:ext cx="4114800" cy="226714"/>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7"/>
          <p:cNvSpPr txBox="1">
            <a:spLocks noGrp="1"/>
          </p:cNvSpPr>
          <p:nvPr>
            <p:ph type="sldNum" idx="12"/>
          </p:nvPr>
        </p:nvSpPr>
        <p:spPr>
          <a:xfrm>
            <a:off x="10917936" y="6385422"/>
            <a:ext cx="843264" cy="288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losing">
  <p:cSld name="Closing">
    <p:bg>
      <p:bgPr>
        <a:solidFill>
          <a:srgbClr val="0A4CA0"/>
        </a:solidFill>
        <a:effectLst/>
      </p:bgPr>
    </p:bg>
    <p:spTree>
      <p:nvGrpSpPr>
        <p:cNvPr id="1" name="Shape 127"/>
        <p:cNvGrpSpPr/>
        <p:nvPr/>
      </p:nvGrpSpPr>
      <p:grpSpPr>
        <a:xfrm>
          <a:off x="0" y="0"/>
          <a:ext cx="0" cy="0"/>
          <a:chOff x="0" y="0"/>
          <a:chExt cx="0" cy="0"/>
        </a:xfrm>
      </p:grpSpPr>
      <p:pic>
        <p:nvPicPr>
          <p:cNvPr id="128" name="Google Shape;128;p34"/>
          <p:cNvPicPr preferRelativeResize="0"/>
          <p:nvPr/>
        </p:nvPicPr>
        <p:blipFill rotWithShape="1">
          <a:blip r:embed="rId2">
            <a:alphaModFix/>
          </a:blip>
          <a:srcRect/>
          <a:stretch/>
        </p:blipFill>
        <p:spPr>
          <a:xfrm>
            <a:off x="0" y="12700"/>
            <a:ext cx="12192000" cy="6858000"/>
          </a:xfrm>
          <a:prstGeom prst="rect">
            <a:avLst/>
          </a:prstGeom>
          <a:noFill/>
          <a:ln>
            <a:noFill/>
          </a:ln>
        </p:spPr>
      </p:pic>
      <p:pic>
        <p:nvPicPr>
          <p:cNvPr id="129" name="Google Shape;129;p34"/>
          <p:cNvPicPr preferRelativeResize="0"/>
          <p:nvPr/>
        </p:nvPicPr>
        <p:blipFill rotWithShape="1">
          <a:blip r:embed="rId3">
            <a:alphaModFix/>
          </a:blip>
          <a:srcRect b="49857"/>
          <a:stretch/>
        </p:blipFill>
        <p:spPr>
          <a:xfrm>
            <a:off x="8401354" y="9452"/>
            <a:ext cx="2286000" cy="1146248"/>
          </a:xfrm>
          <a:prstGeom prst="rect">
            <a:avLst/>
          </a:prstGeom>
          <a:noFill/>
          <a:ln>
            <a:noFill/>
          </a:ln>
        </p:spPr>
      </p:pic>
      <p:pic>
        <p:nvPicPr>
          <p:cNvPr id="130" name="Google Shape;130;p34"/>
          <p:cNvPicPr preferRelativeResize="0"/>
          <p:nvPr/>
        </p:nvPicPr>
        <p:blipFill rotWithShape="1">
          <a:blip r:embed="rId3">
            <a:alphaModFix/>
          </a:blip>
          <a:srcRect r="34179" b="49857"/>
          <a:stretch/>
        </p:blipFill>
        <p:spPr>
          <a:xfrm>
            <a:off x="10687351" y="9452"/>
            <a:ext cx="1504649" cy="1146248"/>
          </a:xfrm>
          <a:prstGeom prst="rect">
            <a:avLst/>
          </a:prstGeom>
          <a:noFill/>
          <a:ln>
            <a:noFill/>
          </a:ln>
        </p:spPr>
      </p:pic>
      <p:pic>
        <p:nvPicPr>
          <p:cNvPr id="131" name="Google Shape;131;p34"/>
          <p:cNvPicPr preferRelativeResize="0"/>
          <p:nvPr/>
        </p:nvPicPr>
        <p:blipFill rotWithShape="1">
          <a:blip r:embed="rId3">
            <a:alphaModFix/>
          </a:blip>
          <a:srcRect t="1" b="50186"/>
          <a:stretch/>
        </p:blipFill>
        <p:spPr>
          <a:xfrm rot="10800000">
            <a:off x="1504646" y="5731981"/>
            <a:ext cx="2286000" cy="1138718"/>
          </a:xfrm>
          <a:prstGeom prst="rect">
            <a:avLst/>
          </a:prstGeom>
          <a:noFill/>
          <a:ln>
            <a:noFill/>
          </a:ln>
        </p:spPr>
      </p:pic>
      <p:pic>
        <p:nvPicPr>
          <p:cNvPr id="132" name="Google Shape;132;p34"/>
          <p:cNvPicPr preferRelativeResize="0"/>
          <p:nvPr/>
        </p:nvPicPr>
        <p:blipFill rotWithShape="1">
          <a:blip r:embed="rId3">
            <a:alphaModFix/>
          </a:blip>
          <a:srcRect r="34179" b="50186"/>
          <a:stretch/>
        </p:blipFill>
        <p:spPr>
          <a:xfrm rot="10800000">
            <a:off x="-3" y="5731980"/>
            <a:ext cx="1504649" cy="1138720"/>
          </a:xfrm>
          <a:prstGeom prst="rect">
            <a:avLst/>
          </a:prstGeom>
          <a:noFill/>
          <a:ln>
            <a:noFill/>
          </a:ln>
        </p:spPr>
      </p:pic>
      <p:sp>
        <p:nvSpPr>
          <p:cNvPr id="133" name="Google Shape;133;p34"/>
          <p:cNvSpPr txBox="1">
            <a:spLocks noGrp="1"/>
          </p:cNvSpPr>
          <p:nvPr>
            <p:ph type="title"/>
          </p:nvPr>
        </p:nvSpPr>
        <p:spPr>
          <a:xfrm>
            <a:off x="841243" y="832104"/>
            <a:ext cx="10479088" cy="2587625"/>
          </a:xfrm>
          <a:prstGeom prst="rect">
            <a:avLst/>
          </a:prstGeom>
          <a:noFill/>
          <a:ln>
            <a:noFill/>
          </a:ln>
        </p:spPr>
        <p:txBody>
          <a:bodyPr spcFirstLastPara="1" wrap="square" lIns="0" tIns="0" rIns="0" bIns="0" anchor="t" anchorCtr="0">
            <a:noAutofit/>
          </a:bodyPr>
          <a:lstStyle>
            <a:lvl1pPr lvl="0" algn="l">
              <a:lnSpc>
                <a:spcPct val="75000"/>
              </a:lnSpc>
              <a:spcBef>
                <a:spcPts val="0"/>
              </a:spcBef>
              <a:spcAft>
                <a:spcPts val="0"/>
              </a:spcAft>
              <a:buClr>
                <a:schemeClr val="lt1"/>
              </a:buClr>
              <a:buSzPts val="8000"/>
              <a:buFont typeface="Arial"/>
              <a:buNone/>
              <a:defRPr sz="8000" b="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34"/>
          <p:cNvSpPr txBox="1">
            <a:spLocks noGrp="1"/>
          </p:cNvSpPr>
          <p:nvPr>
            <p:ph type="body" idx="1"/>
          </p:nvPr>
        </p:nvSpPr>
        <p:spPr>
          <a:xfrm>
            <a:off x="841375" y="3705309"/>
            <a:ext cx="10479088" cy="2587625"/>
          </a:xfrm>
          <a:prstGeom prst="rect">
            <a:avLst/>
          </a:prstGeom>
          <a:noFill/>
          <a:ln>
            <a:noFill/>
          </a:ln>
        </p:spPr>
        <p:txBody>
          <a:bodyPr spcFirstLastPara="1" wrap="square" lIns="0" tIns="0" rIns="0" bIns="0" anchor="t" anchorCtr="0">
            <a:noAutofit/>
          </a:bodyPr>
          <a:lstStyle>
            <a:lvl1pPr marL="457200" lvl="0" indent="-228600" algn="l">
              <a:lnSpc>
                <a:spcPct val="130000"/>
              </a:lnSpc>
              <a:spcBef>
                <a:spcPts val="0"/>
              </a:spcBef>
              <a:spcAft>
                <a:spcPts val="0"/>
              </a:spcAft>
              <a:buClr>
                <a:schemeClr val="lt1"/>
              </a:buClr>
              <a:buSzPts val="1500"/>
              <a:buNone/>
              <a:defRPr b="1" i="0" cap="none">
                <a:solidFill>
                  <a:schemeClr val="lt1"/>
                </a:solidFill>
                <a:latin typeface="Arial"/>
                <a:ea typeface="Arial"/>
                <a:cs typeface="Arial"/>
                <a:sym typeface="Arial"/>
              </a:defRPr>
            </a:lvl1pPr>
            <a:lvl2pPr marL="914400" lvl="1" indent="-314325" algn="l">
              <a:lnSpc>
                <a:spcPct val="90000"/>
              </a:lnSpc>
              <a:spcBef>
                <a:spcPts val="1000"/>
              </a:spcBef>
              <a:spcAft>
                <a:spcPts val="0"/>
              </a:spcAft>
              <a:buClr>
                <a:srgbClr val="3F3F3F"/>
              </a:buClr>
              <a:buSzPts val="1350"/>
              <a:buChar char="•"/>
              <a:defRPr/>
            </a:lvl2pPr>
            <a:lvl3pPr marL="1371600" lvl="2" indent="-314325" algn="l">
              <a:lnSpc>
                <a:spcPct val="90000"/>
              </a:lnSpc>
              <a:spcBef>
                <a:spcPts val="500"/>
              </a:spcBef>
              <a:spcAft>
                <a:spcPts val="0"/>
              </a:spcAft>
              <a:buClr>
                <a:srgbClr val="3F3F3F"/>
              </a:buClr>
              <a:buSzPts val="1350"/>
              <a:buChar char="•"/>
              <a:defRPr/>
            </a:lvl3pPr>
            <a:lvl4pPr marL="1828800" lvl="3" indent="-314325" algn="l">
              <a:lnSpc>
                <a:spcPct val="90000"/>
              </a:lnSpc>
              <a:spcBef>
                <a:spcPts val="500"/>
              </a:spcBef>
              <a:spcAft>
                <a:spcPts val="0"/>
              </a:spcAft>
              <a:buClr>
                <a:srgbClr val="3F3F3F"/>
              </a:buClr>
              <a:buSzPts val="1350"/>
              <a:buChar char="•"/>
              <a:defRPr/>
            </a:lvl4pPr>
            <a:lvl5pPr marL="2286000" lvl="4" indent="-314325" algn="l">
              <a:lnSpc>
                <a:spcPct val="90000"/>
              </a:lnSpc>
              <a:spcBef>
                <a:spcPts val="500"/>
              </a:spcBef>
              <a:spcAft>
                <a:spcPts val="0"/>
              </a:spcAft>
              <a:buClr>
                <a:srgbClr val="3F3F3F"/>
              </a:buClr>
              <a:buSzPts val="135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02">
  <p:cSld name="Title and content 02">
    <p:spTree>
      <p:nvGrpSpPr>
        <p:cNvPr id="1" name="Shape 135"/>
        <p:cNvGrpSpPr/>
        <p:nvPr/>
      </p:nvGrpSpPr>
      <p:grpSpPr>
        <a:xfrm>
          <a:off x="0" y="0"/>
          <a:ext cx="0" cy="0"/>
          <a:chOff x="0" y="0"/>
          <a:chExt cx="0" cy="0"/>
        </a:xfrm>
      </p:grpSpPr>
      <p:pic>
        <p:nvPicPr>
          <p:cNvPr id="136" name="Google Shape;136;p35"/>
          <p:cNvPicPr preferRelativeResize="0"/>
          <p:nvPr/>
        </p:nvPicPr>
        <p:blipFill rotWithShape="1">
          <a:blip r:embed="rId2">
            <a:alphaModFix/>
          </a:blip>
          <a:srcRect l="68908"/>
          <a:stretch/>
        </p:blipFill>
        <p:spPr>
          <a:xfrm>
            <a:off x="8401354" y="0"/>
            <a:ext cx="3790646" cy="6857999"/>
          </a:xfrm>
          <a:prstGeom prst="rect">
            <a:avLst/>
          </a:prstGeom>
          <a:noFill/>
          <a:ln>
            <a:noFill/>
          </a:ln>
        </p:spPr>
      </p:pic>
      <p:pic>
        <p:nvPicPr>
          <p:cNvPr id="137" name="Google Shape;137;p35"/>
          <p:cNvPicPr preferRelativeResize="0"/>
          <p:nvPr/>
        </p:nvPicPr>
        <p:blipFill rotWithShape="1">
          <a:blip r:embed="rId3">
            <a:alphaModFix/>
          </a:blip>
          <a:srcRect/>
          <a:stretch/>
        </p:blipFill>
        <p:spPr>
          <a:xfrm>
            <a:off x="8401354" y="2297076"/>
            <a:ext cx="2286000" cy="2286000"/>
          </a:xfrm>
          <a:prstGeom prst="rect">
            <a:avLst/>
          </a:prstGeom>
          <a:noFill/>
          <a:ln>
            <a:noFill/>
          </a:ln>
        </p:spPr>
      </p:pic>
      <p:pic>
        <p:nvPicPr>
          <p:cNvPr id="138" name="Google Shape;138;p35"/>
          <p:cNvPicPr preferRelativeResize="0"/>
          <p:nvPr/>
        </p:nvPicPr>
        <p:blipFill rotWithShape="1">
          <a:blip r:embed="rId3">
            <a:alphaModFix/>
          </a:blip>
          <a:srcRect r="34179"/>
          <a:stretch/>
        </p:blipFill>
        <p:spPr>
          <a:xfrm>
            <a:off x="10687351" y="2297076"/>
            <a:ext cx="1504649" cy="2286000"/>
          </a:xfrm>
          <a:prstGeom prst="rect">
            <a:avLst/>
          </a:prstGeom>
          <a:noFill/>
          <a:ln>
            <a:noFill/>
          </a:ln>
        </p:spPr>
      </p:pic>
      <p:pic>
        <p:nvPicPr>
          <p:cNvPr id="139" name="Google Shape;139;p35"/>
          <p:cNvPicPr preferRelativeResize="0"/>
          <p:nvPr/>
        </p:nvPicPr>
        <p:blipFill rotWithShape="1">
          <a:blip r:embed="rId3">
            <a:alphaModFix/>
          </a:blip>
          <a:srcRect/>
          <a:stretch/>
        </p:blipFill>
        <p:spPr>
          <a:xfrm>
            <a:off x="8401354" y="9452"/>
            <a:ext cx="2286000" cy="2286000"/>
          </a:xfrm>
          <a:prstGeom prst="rect">
            <a:avLst/>
          </a:prstGeom>
          <a:noFill/>
          <a:ln>
            <a:noFill/>
          </a:ln>
        </p:spPr>
      </p:pic>
      <p:pic>
        <p:nvPicPr>
          <p:cNvPr id="140" name="Google Shape;140;p35"/>
          <p:cNvPicPr preferRelativeResize="0"/>
          <p:nvPr/>
        </p:nvPicPr>
        <p:blipFill rotWithShape="1">
          <a:blip r:embed="rId3">
            <a:alphaModFix/>
          </a:blip>
          <a:srcRect r="34179"/>
          <a:stretch/>
        </p:blipFill>
        <p:spPr>
          <a:xfrm>
            <a:off x="10687351" y="9452"/>
            <a:ext cx="1504649" cy="2286000"/>
          </a:xfrm>
          <a:prstGeom prst="rect">
            <a:avLst/>
          </a:prstGeom>
          <a:noFill/>
          <a:ln>
            <a:noFill/>
          </a:ln>
        </p:spPr>
      </p:pic>
      <p:sp>
        <p:nvSpPr>
          <p:cNvPr id="141" name="Google Shape;141;p35"/>
          <p:cNvSpPr txBox="1">
            <a:spLocks noGrp="1"/>
          </p:cNvSpPr>
          <p:nvPr>
            <p:ph type="title"/>
          </p:nvPr>
        </p:nvSpPr>
        <p:spPr>
          <a:xfrm>
            <a:off x="841248" y="841248"/>
            <a:ext cx="10479024" cy="557784"/>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262626"/>
              </a:buClr>
              <a:buSzPts val="2000"/>
              <a:buFont typeface="Arial"/>
              <a:buNone/>
              <a:defRPr sz="2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35"/>
          <p:cNvSpPr txBox="1">
            <a:spLocks noGrp="1"/>
          </p:cNvSpPr>
          <p:nvPr>
            <p:ph type="body" idx="1"/>
          </p:nvPr>
        </p:nvSpPr>
        <p:spPr>
          <a:xfrm>
            <a:off x="841248" y="1536827"/>
            <a:ext cx="6556375" cy="4479925"/>
          </a:xfrm>
          <a:prstGeom prst="rect">
            <a:avLst/>
          </a:prstGeom>
          <a:noFill/>
          <a:ln>
            <a:noFill/>
          </a:ln>
        </p:spPr>
        <p:txBody>
          <a:bodyPr spcFirstLastPara="1" wrap="square" lIns="0" tIns="0" rIns="0" bIns="0" anchor="t" anchorCtr="0">
            <a:normAutofit/>
          </a:bodyPr>
          <a:lstStyle>
            <a:lvl1pPr marL="457200" lvl="0" indent="-355600" algn="l">
              <a:lnSpc>
                <a:spcPct val="90000"/>
              </a:lnSpc>
              <a:spcBef>
                <a:spcPts val="0"/>
              </a:spcBef>
              <a:spcAft>
                <a:spcPts val="0"/>
              </a:spcAft>
              <a:buClr>
                <a:srgbClr val="3F3F3F"/>
              </a:buClr>
              <a:buSzPts val="2000"/>
              <a:buChar char="•"/>
              <a:defRPr sz="2000"/>
            </a:lvl1pPr>
            <a:lvl2pPr marL="914400" lvl="1" indent="-355600" algn="l">
              <a:lnSpc>
                <a:spcPct val="90000"/>
              </a:lnSpc>
              <a:spcBef>
                <a:spcPts val="1800"/>
              </a:spcBef>
              <a:spcAft>
                <a:spcPts val="0"/>
              </a:spcAft>
              <a:buClr>
                <a:srgbClr val="3F3F3F"/>
              </a:buClr>
              <a:buSzPts val="2000"/>
              <a:buChar char="•"/>
              <a:defRPr sz="2000"/>
            </a:lvl2pPr>
            <a:lvl3pPr marL="1371600" lvl="2" indent="-342900" algn="l">
              <a:lnSpc>
                <a:spcPct val="90000"/>
              </a:lnSpc>
              <a:spcBef>
                <a:spcPts val="500"/>
              </a:spcBef>
              <a:spcAft>
                <a:spcPts val="0"/>
              </a:spcAft>
              <a:buClr>
                <a:srgbClr val="3F3F3F"/>
              </a:buClr>
              <a:buSzPts val="1800"/>
              <a:buChar char="•"/>
              <a:defRPr sz="1800"/>
            </a:lvl3pPr>
            <a:lvl4pPr marL="1828800" lvl="3" indent="-342900" algn="l">
              <a:lnSpc>
                <a:spcPct val="90000"/>
              </a:lnSpc>
              <a:spcBef>
                <a:spcPts val="500"/>
              </a:spcBef>
              <a:spcAft>
                <a:spcPts val="0"/>
              </a:spcAft>
              <a:buClr>
                <a:srgbClr val="3F3F3F"/>
              </a:buClr>
              <a:buSzPts val="1800"/>
              <a:buChar char="•"/>
              <a:defRPr sz="1800"/>
            </a:lvl4pPr>
            <a:lvl5pPr marL="2286000" lvl="4" indent="-330200" algn="l">
              <a:lnSpc>
                <a:spcPct val="90000"/>
              </a:lnSpc>
              <a:spcBef>
                <a:spcPts val="500"/>
              </a:spcBef>
              <a:spcAft>
                <a:spcPts val="0"/>
              </a:spcAft>
              <a:buClr>
                <a:srgbClr val="3F3F3F"/>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35"/>
          <p:cNvSpPr txBox="1">
            <a:spLocks noGrp="1"/>
          </p:cNvSpPr>
          <p:nvPr>
            <p:ph type="ftr" idx="11"/>
          </p:nvPr>
        </p:nvSpPr>
        <p:spPr>
          <a:xfrm>
            <a:off x="432000" y="6365893"/>
            <a:ext cx="4114800" cy="226714"/>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35"/>
          <p:cNvSpPr txBox="1">
            <a:spLocks noGrp="1"/>
          </p:cNvSpPr>
          <p:nvPr>
            <p:ph type="sldNum" idx="12"/>
          </p:nvPr>
        </p:nvSpPr>
        <p:spPr>
          <a:xfrm>
            <a:off x="10917936" y="6385422"/>
            <a:ext cx="843264" cy="288000"/>
          </a:xfrm>
          <a:prstGeom prst="rect">
            <a:avLst/>
          </a:prstGeom>
          <a:noFill/>
          <a:ln>
            <a:noFill/>
          </a:ln>
        </p:spPr>
        <p:txBody>
          <a:bodyPr spcFirstLastPara="1" wrap="square" lIns="0" tIns="0" rIns="0" bIns="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FECFC"/>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432000" y="432000"/>
            <a:ext cx="11329200" cy="432000"/>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rgbClr val="262626"/>
              </a:buClr>
              <a:buSzPts val="3200"/>
              <a:buFont typeface="Arial"/>
              <a:buNone/>
              <a:defRPr sz="3200" b="1" i="0" u="none" strike="noStrike" cap="none">
                <a:solidFill>
                  <a:srgbClr val="262626"/>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2"/>
          <p:cNvSpPr txBox="1">
            <a:spLocks noGrp="1"/>
          </p:cNvSpPr>
          <p:nvPr>
            <p:ph type="body" idx="1"/>
          </p:nvPr>
        </p:nvSpPr>
        <p:spPr>
          <a:xfrm>
            <a:off x="432000" y="1152000"/>
            <a:ext cx="11329200" cy="5039250"/>
          </a:xfrm>
          <a:prstGeom prst="rect">
            <a:avLst/>
          </a:prstGeom>
          <a:noFill/>
          <a:ln>
            <a:noFill/>
          </a:ln>
        </p:spPr>
        <p:txBody>
          <a:bodyPr spcFirstLastPara="1" wrap="square" lIns="0" tIns="0" rIns="0" bIns="0" anchor="t" anchorCtr="0">
            <a:noAutofit/>
          </a:bodyPr>
          <a:lstStyle>
            <a:lvl1pPr marL="457200" marR="0" lvl="0" indent="-323850" algn="l" rtl="0">
              <a:lnSpc>
                <a:spcPct val="90000"/>
              </a:lnSpc>
              <a:spcBef>
                <a:spcPts val="0"/>
              </a:spcBef>
              <a:spcAft>
                <a:spcPts val="0"/>
              </a:spcAft>
              <a:buClr>
                <a:srgbClr val="3F3F3F"/>
              </a:buClr>
              <a:buSzPts val="1500"/>
              <a:buFont typeface="Arial"/>
              <a:buChar char="•"/>
              <a:defRPr sz="2000" b="0" i="0" u="none" strike="noStrike" cap="none">
                <a:solidFill>
                  <a:srgbClr val="3F3F3F"/>
                </a:solidFill>
                <a:latin typeface="Arial"/>
                <a:ea typeface="Arial"/>
                <a:cs typeface="Arial"/>
                <a:sym typeface="Arial"/>
              </a:defRPr>
            </a:lvl1pPr>
            <a:lvl2pPr marL="914400" marR="0" lvl="1" indent="-323850" algn="l" rtl="0">
              <a:lnSpc>
                <a:spcPct val="90000"/>
              </a:lnSpc>
              <a:spcBef>
                <a:spcPts val="1800"/>
              </a:spcBef>
              <a:spcAft>
                <a:spcPts val="0"/>
              </a:spcAft>
              <a:buClr>
                <a:srgbClr val="3F3F3F"/>
              </a:buClr>
              <a:buSzPts val="1500"/>
              <a:buFont typeface="Arial"/>
              <a:buChar char="•"/>
              <a:defRPr sz="2000" b="0" i="0" u="none" strike="noStrike" cap="none">
                <a:solidFill>
                  <a:srgbClr val="3F3F3F"/>
                </a:solidFill>
                <a:latin typeface="Arial"/>
                <a:ea typeface="Arial"/>
                <a:cs typeface="Arial"/>
                <a:sym typeface="Arial"/>
              </a:defRPr>
            </a:lvl2pPr>
            <a:lvl3pPr marL="1371600" marR="0" lvl="2" indent="-314325" algn="l" rtl="0">
              <a:lnSpc>
                <a:spcPct val="90000"/>
              </a:lnSpc>
              <a:spcBef>
                <a:spcPts val="500"/>
              </a:spcBef>
              <a:spcAft>
                <a:spcPts val="0"/>
              </a:spcAft>
              <a:buClr>
                <a:srgbClr val="3F3F3F"/>
              </a:buClr>
              <a:buSzPts val="1350"/>
              <a:buFont typeface="Arial"/>
              <a:buChar char="•"/>
              <a:defRPr sz="1800" b="0" i="0" u="none" strike="noStrike" cap="none">
                <a:solidFill>
                  <a:srgbClr val="3F3F3F"/>
                </a:solidFill>
                <a:latin typeface="Arial"/>
                <a:ea typeface="Arial"/>
                <a:cs typeface="Arial"/>
                <a:sym typeface="Arial"/>
              </a:defRPr>
            </a:lvl3pPr>
            <a:lvl4pPr marL="1828800" marR="0" lvl="3" indent="-314325" algn="l" rtl="0">
              <a:lnSpc>
                <a:spcPct val="90000"/>
              </a:lnSpc>
              <a:spcBef>
                <a:spcPts val="500"/>
              </a:spcBef>
              <a:spcAft>
                <a:spcPts val="0"/>
              </a:spcAft>
              <a:buClr>
                <a:srgbClr val="3F3F3F"/>
              </a:buClr>
              <a:buSzPts val="1350"/>
              <a:buFont typeface="Arial"/>
              <a:buChar char="•"/>
              <a:defRPr sz="1800" b="0" i="0" u="none" strike="noStrike" cap="none">
                <a:solidFill>
                  <a:srgbClr val="3F3F3F"/>
                </a:solidFill>
                <a:latin typeface="Arial"/>
                <a:ea typeface="Arial"/>
                <a:cs typeface="Arial"/>
                <a:sym typeface="Arial"/>
              </a:defRPr>
            </a:lvl4pPr>
            <a:lvl5pPr marL="2286000" marR="0" lvl="4" indent="-304800" algn="l" rtl="0">
              <a:lnSpc>
                <a:spcPct val="90000"/>
              </a:lnSpc>
              <a:spcBef>
                <a:spcPts val="500"/>
              </a:spcBef>
              <a:spcAft>
                <a:spcPts val="0"/>
              </a:spcAft>
              <a:buClr>
                <a:srgbClr val="3F3F3F"/>
              </a:buClr>
              <a:buSzPts val="1200"/>
              <a:buFont typeface="Arial"/>
              <a:buChar char="•"/>
              <a:defRPr sz="1600" b="0" i="0" u="none" strike="noStrike" cap="none">
                <a:solidFill>
                  <a:srgbClr val="3F3F3F"/>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2"/>
          <p:cNvSpPr txBox="1">
            <a:spLocks noGrp="1"/>
          </p:cNvSpPr>
          <p:nvPr>
            <p:ph type="ftr" idx="11"/>
          </p:nvPr>
        </p:nvSpPr>
        <p:spPr>
          <a:xfrm>
            <a:off x="432000" y="6365893"/>
            <a:ext cx="4114800" cy="226714"/>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200" b="0" i="0" u="none" strike="noStrike" cap="none">
                <a:solidFill>
                  <a:srgbClr val="3F3F3F"/>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2"/>
          <p:cNvSpPr txBox="1">
            <a:spLocks noGrp="1"/>
          </p:cNvSpPr>
          <p:nvPr>
            <p:ph type="sldNum" idx="12"/>
          </p:nvPr>
        </p:nvSpPr>
        <p:spPr>
          <a:xfrm>
            <a:off x="10917936" y="6385422"/>
            <a:ext cx="843264" cy="288000"/>
          </a:xfrm>
          <a:prstGeom prst="rect">
            <a:avLst/>
          </a:prstGeom>
          <a:noFill/>
          <a:ln>
            <a:noFill/>
          </a:ln>
        </p:spPr>
        <p:txBody>
          <a:bodyPr spcFirstLastPara="1" wrap="square" lIns="0" tIns="0" rIns="0" bIns="0" anchor="ctr" anchorCtr="0">
            <a:noAutofit/>
          </a:bodyPr>
          <a:lstStyle>
            <a:lvl1pPr marL="0" marR="0" lvl="0" indent="0" algn="r" rtl="0">
              <a:spcBef>
                <a:spcPts val="0"/>
              </a:spcBef>
              <a:buNone/>
              <a:defRPr sz="1000" b="0" i="0" u="none" strike="noStrike" cap="none">
                <a:solidFill>
                  <a:srgbClr val="000000"/>
                </a:solidFill>
                <a:latin typeface="Arial"/>
                <a:ea typeface="Arial"/>
                <a:cs typeface="Arial"/>
                <a:sym typeface="Arial"/>
              </a:defRPr>
            </a:lvl1pPr>
            <a:lvl2pPr marL="0" marR="0" lvl="1" indent="0" algn="r" rtl="0">
              <a:spcBef>
                <a:spcPts val="0"/>
              </a:spcBef>
              <a:buNone/>
              <a:defRPr sz="1000" b="0" i="0" u="none" strike="noStrike" cap="none">
                <a:solidFill>
                  <a:srgbClr val="000000"/>
                </a:solidFill>
                <a:latin typeface="Arial"/>
                <a:ea typeface="Arial"/>
                <a:cs typeface="Arial"/>
                <a:sym typeface="Arial"/>
              </a:defRPr>
            </a:lvl2pPr>
            <a:lvl3pPr marL="0" marR="0" lvl="2" indent="0" algn="r" rtl="0">
              <a:spcBef>
                <a:spcPts val="0"/>
              </a:spcBef>
              <a:buNone/>
              <a:defRPr sz="1000" b="0" i="0" u="none" strike="noStrike" cap="none">
                <a:solidFill>
                  <a:srgbClr val="000000"/>
                </a:solidFill>
                <a:latin typeface="Arial"/>
                <a:ea typeface="Arial"/>
                <a:cs typeface="Arial"/>
                <a:sym typeface="Arial"/>
              </a:defRPr>
            </a:lvl3pPr>
            <a:lvl4pPr marL="0" marR="0" lvl="3" indent="0" algn="r" rtl="0">
              <a:spcBef>
                <a:spcPts val="0"/>
              </a:spcBef>
              <a:buNone/>
              <a:defRPr sz="1000" b="0" i="0" u="none" strike="noStrike" cap="none">
                <a:solidFill>
                  <a:srgbClr val="000000"/>
                </a:solidFill>
                <a:latin typeface="Arial"/>
                <a:ea typeface="Arial"/>
                <a:cs typeface="Arial"/>
                <a:sym typeface="Arial"/>
              </a:defRPr>
            </a:lvl4pPr>
            <a:lvl5pPr marL="0" marR="0" lvl="4" indent="0" algn="r" rtl="0">
              <a:spcBef>
                <a:spcPts val="0"/>
              </a:spcBef>
              <a:buNone/>
              <a:defRPr sz="1000" b="0" i="0" u="none" strike="noStrike" cap="none">
                <a:solidFill>
                  <a:srgbClr val="000000"/>
                </a:solidFill>
                <a:latin typeface="Arial"/>
                <a:ea typeface="Arial"/>
                <a:cs typeface="Arial"/>
                <a:sym typeface="Arial"/>
              </a:defRPr>
            </a:lvl5pPr>
            <a:lvl6pPr marL="0" marR="0" lvl="5" indent="0" algn="r" rtl="0">
              <a:spcBef>
                <a:spcPts val="0"/>
              </a:spcBef>
              <a:buNone/>
              <a:defRPr sz="1000" b="0" i="0" u="none" strike="noStrike" cap="none">
                <a:solidFill>
                  <a:srgbClr val="000000"/>
                </a:solidFill>
                <a:latin typeface="Arial"/>
                <a:ea typeface="Arial"/>
                <a:cs typeface="Arial"/>
                <a:sym typeface="Arial"/>
              </a:defRPr>
            </a:lvl6pPr>
            <a:lvl7pPr marL="0" marR="0" lvl="6" indent="0" algn="r" rtl="0">
              <a:spcBef>
                <a:spcPts val="0"/>
              </a:spcBef>
              <a:buNone/>
              <a:defRPr sz="1000" b="0" i="0" u="none" strike="noStrike" cap="none">
                <a:solidFill>
                  <a:srgbClr val="000000"/>
                </a:solidFill>
                <a:latin typeface="Arial"/>
                <a:ea typeface="Arial"/>
                <a:cs typeface="Arial"/>
                <a:sym typeface="Arial"/>
              </a:defRPr>
            </a:lvl7pPr>
            <a:lvl8pPr marL="0" marR="0" lvl="7" indent="0" algn="r" rtl="0">
              <a:spcBef>
                <a:spcPts val="0"/>
              </a:spcBef>
              <a:buNone/>
              <a:defRPr sz="1000" b="0" i="0" u="none" strike="noStrike" cap="none">
                <a:solidFill>
                  <a:srgbClr val="000000"/>
                </a:solidFill>
                <a:latin typeface="Arial"/>
                <a:ea typeface="Arial"/>
                <a:cs typeface="Arial"/>
                <a:sym typeface="Arial"/>
              </a:defRPr>
            </a:lvl8pPr>
            <a:lvl9pPr marL="0" marR="0" lvl="8" indent="0" algn="r" rtl="0">
              <a:spcBef>
                <a:spcPts val="0"/>
              </a:spcBef>
              <a:buNone/>
              <a:defRPr sz="1000" b="0" i="0" u="none" strike="noStrike" cap="none">
                <a:solidFill>
                  <a:srgbClr val="000000"/>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60" r:id="rId6"/>
    <p:sldLayoutId id="2147483661"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diagramLayout" Target="../diagrams/layout1.xml"/><Relationship Id="rId7" Type="http://schemas.openxmlformats.org/officeDocument/2006/relationships/image" Target="../media/image21.png"/><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diagramLayout" Target="../diagrams/layout2.xml"/><Relationship Id="rId7" Type="http://schemas.openxmlformats.org/officeDocument/2006/relationships/image" Target="../media/image23.png"/><Relationship Id="rId2" Type="http://schemas.openxmlformats.org/officeDocument/2006/relationships/diagramData" Target="../diagrams/data2.xml"/><Relationship Id="rId1" Type="http://schemas.openxmlformats.org/officeDocument/2006/relationships/slideLayout" Target="../slideLayouts/slideLayout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5.xml"/><Relationship Id="rId13" Type="http://schemas.openxmlformats.org/officeDocument/2006/relationships/image" Target="../media/image27.svg"/><Relationship Id="rId3" Type="http://schemas.openxmlformats.org/officeDocument/2006/relationships/diagramLayout" Target="../diagrams/layout4.xml"/><Relationship Id="rId7" Type="http://schemas.openxmlformats.org/officeDocument/2006/relationships/diagramData" Target="../diagrams/data5.xml"/><Relationship Id="rId12" Type="http://schemas.openxmlformats.org/officeDocument/2006/relationships/image" Target="../media/image26.png"/><Relationship Id="rId2" Type="http://schemas.openxmlformats.org/officeDocument/2006/relationships/diagramData" Target="../diagrams/data4.xml"/><Relationship Id="rId1" Type="http://schemas.openxmlformats.org/officeDocument/2006/relationships/slideLayout" Target="../slideLayouts/slideLayout5.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4" Type="http://schemas.openxmlformats.org/officeDocument/2006/relationships/image" Target="../media/image31.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hyperlink" Target="https://www.nykaa.com/"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hyperlink" Target="https://www.equitymaster.com/research-it/annual-results-analysis/NYKAA/NYKAA-2022-23-Annual-Report-Analysis/5389" TargetMode="External"/><Relationship Id="rId5" Type="http://schemas.openxmlformats.org/officeDocument/2006/relationships/hyperlink" Target="https://finshiksha.com/company-simplified-nykaa/" TargetMode="External"/><Relationship Id="rId4" Type="http://schemas.openxmlformats.org/officeDocument/2006/relationships/hyperlink" Target="https://www.youtube.com/watch?v=r9TVX7inJc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1"/>
          <p:cNvPicPr preferRelativeResize="0"/>
          <p:nvPr/>
        </p:nvPicPr>
        <p:blipFill>
          <a:blip r:embed="rId3">
            <a:alphaModFix/>
          </a:blip>
          <a:stretch>
            <a:fillRect/>
          </a:stretch>
        </p:blipFill>
        <p:spPr>
          <a:xfrm>
            <a:off x="9265400" y="766875"/>
            <a:ext cx="2328425" cy="1527250"/>
          </a:xfrm>
          <a:prstGeom prst="rect">
            <a:avLst/>
          </a:prstGeom>
          <a:noFill/>
          <a:ln>
            <a:noFill/>
          </a:ln>
        </p:spPr>
      </p:pic>
      <p:sp>
        <p:nvSpPr>
          <p:cNvPr id="150" name="Google Shape;150;p1"/>
          <p:cNvSpPr txBox="1">
            <a:spLocks noGrp="1"/>
          </p:cNvSpPr>
          <p:nvPr>
            <p:ph type="body" idx="1"/>
          </p:nvPr>
        </p:nvSpPr>
        <p:spPr>
          <a:xfrm>
            <a:off x="841250" y="2891700"/>
            <a:ext cx="10195800" cy="1295100"/>
          </a:xfrm>
          <a:prstGeom prst="rect">
            <a:avLst/>
          </a:prstGeom>
          <a:noFill/>
          <a:ln>
            <a:noFill/>
          </a:ln>
          <a:effectLst>
            <a:outerShdw blurRad="57150" dist="19050" dir="5400000" algn="bl" rotWithShape="0">
              <a:srgbClr val="000000">
                <a:alpha val="50000"/>
              </a:srgbClr>
            </a:outerShdw>
            <a:reflection dist="38100" dir="5400000" fadeDir="5400012" sy="-100000" algn="bl" rotWithShape="0"/>
          </a:effectLst>
        </p:spPr>
        <p:txBody>
          <a:bodyPr spcFirstLastPara="1" wrap="square" lIns="0" tIns="0" rIns="0" bIns="0" anchor="t" anchorCtr="0">
            <a:noAutofit/>
          </a:bodyPr>
          <a:lstStyle/>
          <a:p>
            <a:pPr marL="0" lvl="0" indent="0" algn="l" rtl="0">
              <a:lnSpc>
                <a:spcPct val="75000"/>
              </a:lnSpc>
              <a:spcBef>
                <a:spcPts val="0"/>
              </a:spcBef>
              <a:spcAft>
                <a:spcPts val="0"/>
              </a:spcAft>
              <a:buClr>
                <a:schemeClr val="lt1"/>
              </a:buClr>
              <a:buSzPts val="6000"/>
              <a:buNone/>
            </a:pPr>
            <a:r>
              <a:rPr lang="en-US" b="1" i="1" dirty="0">
                <a:solidFill>
                  <a:schemeClr val="lt1"/>
                </a:solidFill>
              </a:rPr>
              <a:t>NYKAA ANALYSIS</a:t>
            </a:r>
            <a:endParaRPr dirty="0"/>
          </a:p>
          <a:p>
            <a:pPr marL="0" lvl="0" indent="0" algn="l" rtl="0">
              <a:lnSpc>
                <a:spcPct val="75000"/>
              </a:lnSpc>
              <a:spcBef>
                <a:spcPts val="1800"/>
              </a:spcBef>
              <a:spcAft>
                <a:spcPts val="0"/>
              </a:spcAft>
              <a:buClr>
                <a:schemeClr val="lt1"/>
              </a:buClr>
              <a:buSzPts val="6000"/>
              <a:buNone/>
            </a:pPr>
            <a:r>
              <a:rPr lang="en-US" b="1" i="1" dirty="0">
                <a:solidFill>
                  <a:schemeClr val="lt1"/>
                </a:solidFill>
              </a:rPr>
              <a:t>  </a:t>
            </a:r>
            <a:endParaRPr dirty="0"/>
          </a:p>
        </p:txBody>
      </p:sp>
      <p:sp>
        <p:nvSpPr>
          <p:cNvPr id="2" name="TextBox 1">
            <a:extLst>
              <a:ext uri="{FF2B5EF4-FFF2-40B4-BE49-F238E27FC236}">
                <a16:creationId xmlns:a16="http://schemas.microsoft.com/office/drawing/2014/main" id="{BD462B42-A3A8-0541-6E7E-4B3EACB1C3B5}"/>
              </a:ext>
            </a:extLst>
          </p:cNvPr>
          <p:cNvSpPr txBox="1"/>
          <p:nvPr/>
        </p:nvSpPr>
        <p:spPr>
          <a:xfrm>
            <a:off x="9265400" y="6091125"/>
            <a:ext cx="2328425" cy="461665"/>
          </a:xfrm>
          <a:prstGeom prst="rect">
            <a:avLst/>
          </a:prstGeom>
          <a:noFill/>
        </p:spPr>
        <p:txBody>
          <a:bodyPr wrap="square" rtlCol="0">
            <a:spAutoFit/>
          </a:bodyPr>
          <a:lstStyle/>
          <a:p>
            <a:r>
              <a:rPr lang="en-US" sz="2400" b="1" dirty="0">
                <a:solidFill>
                  <a:schemeClr val="bg1"/>
                </a:solidFill>
              </a:rPr>
              <a:t>SENEKA .R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
          <p:cNvSpPr txBox="1">
            <a:spLocks noGrp="1"/>
          </p:cNvSpPr>
          <p:nvPr>
            <p:ph type="title"/>
          </p:nvPr>
        </p:nvSpPr>
        <p:spPr>
          <a:xfrm>
            <a:off x="841248" y="841248"/>
            <a:ext cx="10479024" cy="55778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2000"/>
              <a:buFont typeface="Arial"/>
              <a:buNone/>
            </a:pPr>
            <a:r>
              <a:rPr lang="en-US" sz="4000" dirty="0"/>
              <a:t>AGENDA</a:t>
            </a:r>
            <a:endParaRPr sz="4000" dirty="0"/>
          </a:p>
        </p:txBody>
      </p:sp>
      <p:sp>
        <p:nvSpPr>
          <p:cNvPr id="156" name="Google Shape;156;p2"/>
          <p:cNvSpPr txBox="1">
            <a:spLocks noGrp="1"/>
          </p:cNvSpPr>
          <p:nvPr>
            <p:ph type="body" idx="1"/>
          </p:nvPr>
        </p:nvSpPr>
        <p:spPr>
          <a:xfrm>
            <a:off x="841248" y="1536827"/>
            <a:ext cx="6556375" cy="4479925"/>
          </a:xfrm>
          <a:prstGeom prst="rect">
            <a:avLst/>
          </a:prstGeom>
          <a:noFill/>
          <a:ln>
            <a:noFill/>
          </a:ln>
        </p:spPr>
        <p:txBody>
          <a:bodyPr spcFirstLastPara="1" wrap="square" lIns="0" tIns="0" rIns="0" bIns="0" anchor="t" anchorCtr="0">
            <a:normAutofit/>
          </a:bodyPr>
          <a:lstStyle/>
          <a:p>
            <a:pPr marL="347472" lvl="0" indent="-347472" algn="l" rtl="0">
              <a:lnSpc>
                <a:spcPct val="140000"/>
              </a:lnSpc>
              <a:spcBef>
                <a:spcPts val="0"/>
              </a:spcBef>
              <a:spcAft>
                <a:spcPts val="0"/>
              </a:spcAft>
              <a:buClr>
                <a:srgbClr val="3F3F3F"/>
              </a:buClr>
              <a:buSzPts val="2100"/>
              <a:buChar char="•"/>
            </a:pPr>
            <a:r>
              <a:rPr lang="en-US" dirty="0">
                <a:solidFill>
                  <a:schemeClr val="tx1"/>
                </a:solidFill>
              </a:rPr>
              <a:t>Overview</a:t>
            </a:r>
            <a:endParaRPr dirty="0">
              <a:solidFill>
                <a:schemeClr val="tx1"/>
              </a:solidFill>
            </a:endParaRPr>
          </a:p>
          <a:p>
            <a:pPr marL="347472" lvl="0" indent="-347472" algn="l" rtl="0">
              <a:lnSpc>
                <a:spcPct val="140000"/>
              </a:lnSpc>
              <a:spcBef>
                <a:spcPts val="0"/>
              </a:spcBef>
              <a:spcAft>
                <a:spcPts val="0"/>
              </a:spcAft>
              <a:buClr>
                <a:srgbClr val="3F3F3F"/>
              </a:buClr>
              <a:buSzPts val="2100"/>
              <a:buChar char="•"/>
            </a:pPr>
            <a:r>
              <a:rPr lang="en-US" dirty="0">
                <a:solidFill>
                  <a:schemeClr val="tx1"/>
                </a:solidFill>
              </a:rPr>
              <a:t>Marketing strategies</a:t>
            </a:r>
            <a:endParaRPr dirty="0">
              <a:solidFill>
                <a:schemeClr val="tx1"/>
              </a:solidFill>
            </a:endParaRPr>
          </a:p>
          <a:p>
            <a:pPr marL="347472" lvl="0" indent="-347472" algn="l" rtl="0">
              <a:lnSpc>
                <a:spcPct val="140000"/>
              </a:lnSpc>
              <a:spcBef>
                <a:spcPts val="0"/>
              </a:spcBef>
              <a:spcAft>
                <a:spcPts val="0"/>
              </a:spcAft>
              <a:buClr>
                <a:srgbClr val="3F3F3F"/>
              </a:buClr>
              <a:buSzPts val="2100"/>
              <a:buChar char="•"/>
            </a:pPr>
            <a:r>
              <a:rPr lang="en-US" dirty="0">
                <a:solidFill>
                  <a:schemeClr val="tx1"/>
                </a:solidFill>
              </a:rPr>
              <a:t>Competitors</a:t>
            </a:r>
            <a:endParaRPr dirty="0">
              <a:solidFill>
                <a:schemeClr val="tx1"/>
              </a:solidFill>
            </a:endParaRPr>
          </a:p>
          <a:p>
            <a:pPr marL="347472" lvl="0" indent="-347472" algn="l" rtl="0">
              <a:lnSpc>
                <a:spcPct val="140000"/>
              </a:lnSpc>
              <a:spcBef>
                <a:spcPts val="0"/>
              </a:spcBef>
              <a:spcAft>
                <a:spcPts val="0"/>
              </a:spcAft>
              <a:buClr>
                <a:srgbClr val="3F3F3F"/>
              </a:buClr>
              <a:buSzPts val="2100"/>
              <a:buChar char="•"/>
            </a:pPr>
            <a:r>
              <a:rPr lang="en-US" dirty="0">
                <a:solidFill>
                  <a:schemeClr val="tx1"/>
                </a:solidFill>
              </a:rPr>
              <a:t>SWOT and customer insights</a:t>
            </a:r>
            <a:endParaRPr dirty="0">
              <a:solidFill>
                <a:schemeClr val="tx1"/>
              </a:solidFill>
            </a:endParaRPr>
          </a:p>
          <a:p>
            <a:pPr marL="347472" lvl="0" indent="-347472" algn="l" rtl="0">
              <a:lnSpc>
                <a:spcPct val="140000"/>
              </a:lnSpc>
              <a:spcBef>
                <a:spcPts val="0"/>
              </a:spcBef>
              <a:spcAft>
                <a:spcPts val="0"/>
              </a:spcAft>
              <a:buClr>
                <a:srgbClr val="3F3F3F"/>
              </a:buClr>
              <a:buSzPts val="2100"/>
              <a:buChar char="•"/>
            </a:pPr>
            <a:r>
              <a:rPr lang="en-US" dirty="0">
                <a:solidFill>
                  <a:schemeClr val="tx1"/>
                </a:solidFill>
              </a:rPr>
              <a:t>Recommendations</a:t>
            </a:r>
          </a:p>
          <a:p>
            <a:pPr marL="347472" lvl="0" indent="-347472" algn="l" rtl="0">
              <a:lnSpc>
                <a:spcPct val="140000"/>
              </a:lnSpc>
              <a:spcBef>
                <a:spcPts val="0"/>
              </a:spcBef>
              <a:spcAft>
                <a:spcPts val="0"/>
              </a:spcAft>
              <a:buClr>
                <a:srgbClr val="3F3F3F"/>
              </a:buClr>
              <a:buSzPts val="2100"/>
              <a:buChar char="•"/>
            </a:pPr>
            <a:r>
              <a:rPr lang="en-US" dirty="0">
                <a:solidFill>
                  <a:schemeClr val="tx1"/>
                </a:solidFill>
              </a:rPr>
              <a:t>Technology Utilization</a:t>
            </a:r>
            <a:endParaRPr dirty="0">
              <a:solidFill>
                <a:schemeClr val="tx1"/>
              </a:solidFill>
            </a:endParaRPr>
          </a:p>
          <a:p>
            <a:pPr marL="347472" lvl="0" indent="-214122" algn="l" rtl="0">
              <a:lnSpc>
                <a:spcPct val="140000"/>
              </a:lnSpc>
              <a:spcBef>
                <a:spcPts val="0"/>
              </a:spcBef>
              <a:spcAft>
                <a:spcPts val="0"/>
              </a:spcAft>
              <a:buClr>
                <a:srgbClr val="3F3F3F"/>
              </a:buClr>
              <a:buSzPts val="2100"/>
              <a:buNone/>
            </a:pPr>
            <a:endParaRPr dirty="0"/>
          </a:p>
        </p:txBody>
      </p:sp>
      <p:sp>
        <p:nvSpPr>
          <p:cNvPr id="157" name="Google Shape;157;p2"/>
          <p:cNvSpPr txBox="1">
            <a:spLocks noGrp="1"/>
          </p:cNvSpPr>
          <p:nvPr>
            <p:ph type="sldNum" idx="12"/>
          </p:nvPr>
        </p:nvSpPr>
        <p:spPr>
          <a:xfrm>
            <a:off x="10917936" y="6385422"/>
            <a:ext cx="843264" cy="288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
          <p:cNvSpPr txBox="1">
            <a:spLocks noGrp="1"/>
          </p:cNvSpPr>
          <p:nvPr>
            <p:ph type="title"/>
          </p:nvPr>
        </p:nvSpPr>
        <p:spPr>
          <a:xfrm>
            <a:off x="1250450" y="677529"/>
            <a:ext cx="10069800" cy="721422"/>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002060"/>
              </a:buClr>
              <a:buSzPts val="1800"/>
              <a:buFont typeface="Arial"/>
              <a:buNone/>
            </a:pPr>
            <a:r>
              <a:rPr lang="en-US" sz="2800" i="0" u="none" strike="noStrike" dirty="0">
                <a:solidFill>
                  <a:schemeClr val="tx1"/>
                </a:solidFill>
              </a:rPr>
              <a:t>OVERVIEW</a:t>
            </a:r>
            <a:endParaRPr sz="3000" dirty="0">
              <a:solidFill>
                <a:schemeClr val="tx1"/>
              </a:solidFill>
            </a:endParaRPr>
          </a:p>
        </p:txBody>
      </p:sp>
      <p:sp>
        <p:nvSpPr>
          <p:cNvPr id="163" name="Google Shape;163;p3"/>
          <p:cNvSpPr txBox="1">
            <a:spLocks noGrp="1"/>
          </p:cNvSpPr>
          <p:nvPr>
            <p:ph type="body" idx="1"/>
          </p:nvPr>
        </p:nvSpPr>
        <p:spPr>
          <a:xfrm>
            <a:off x="2004825" y="993228"/>
            <a:ext cx="9345900" cy="5076495"/>
          </a:xfrm>
          <a:prstGeom prst="rect">
            <a:avLst/>
          </a:prstGeom>
          <a:noFill/>
          <a:ln>
            <a:noFill/>
          </a:ln>
        </p:spPr>
        <p:txBody>
          <a:bodyPr spcFirstLastPara="1" wrap="square" lIns="0" tIns="0" rIns="0" bIns="0" anchor="t" anchorCtr="0">
            <a:normAutofit/>
          </a:bodyPr>
          <a:lstStyle/>
          <a:p>
            <a:pPr marL="347472" lvl="0" indent="-334612" algn="l" rtl="0">
              <a:lnSpc>
                <a:spcPct val="140000"/>
              </a:lnSpc>
              <a:spcBef>
                <a:spcPts val="0"/>
              </a:spcBef>
              <a:spcAft>
                <a:spcPts val="0"/>
              </a:spcAft>
              <a:buClr>
                <a:srgbClr val="000000"/>
              </a:buClr>
              <a:buSzPct val="75000"/>
              <a:buChar char="•"/>
            </a:pPr>
            <a:endParaRPr sz="1800" dirty="0">
              <a:solidFill>
                <a:srgbClr val="000000"/>
              </a:solidFill>
            </a:endParaRPr>
          </a:p>
          <a:p>
            <a:pPr marL="0" lvl="0" indent="0" algn="l" rtl="0">
              <a:lnSpc>
                <a:spcPct val="140000"/>
              </a:lnSpc>
              <a:spcBef>
                <a:spcPts val="0"/>
              </a:spcBef>
              <a:spcAft>
                <a:spcPts val="0"/>
              </a:spcAft>
              <a:buNone/>
            </a:pPr>
            <a:r>
              <a:rPr lang="en-US" sz="2000" b="1" i="1" dirty="0" err="1">
                <a:solidFill>
                  <a:schemeClr val="tx1"/>
                </a:solidFill>
                <a:latin typeface="Lobster"/>
                <a:ea typeface="Lobster"/>
                <a:cs typeface="Lobster"/>
                <a:sym typeface="Lobster"/>
              </a:rPr>
              <a:t>Nykaa</a:t>
            </a:r>
            <a:r>
              <a:rPr lang="en-US" sz="1600" b="1" i="1" dirty="0">
                <a:solidFill>
                  <a:srgbClr val="FF70BF"/>
                </a:solidFill>
                <a:latin typeface="Lobster"/>
                <a:ea typeface="Lobster"/>
                <a:cs typeface="Lobster"/>
                <a:sym typeface="Lobster"/>
              </a:rPr>
              <a:t>  </a:t>
            </a:r>
            <a:r>
              <a:rPr lang="en-US" sz="1800" dirty="0">
                <a:solidFill>
                  <a:srgbClr val="000000"/>
                </a:solidFill>
              </a:rPr>
              <a:t>is a leading online beauty and personal care retailer in India and engaged in the business of selling beauty, personal care and fashion products. Falguni Nayar founded </a:t>
            </a:r>
            <a:r>
              <a:rPr lang="en-US" sz="1800" dirty="0" err="1">
                <a:solidFill>
                  <a:srgbClr val="000000"/>
                </a:solidFill>
              </a:rPr>
              <a:t>Nykaa</a:t>
            </a:r>
            <a:r>
              <a:rPr lang="en-US" sz="1800" dirty="0">
                <a:solidFill>
                  <a:srgbClr val="000000"/>
                </a:solidFill>
              </a:rPr>
              <a:t> in 2012 as an e-commerce platform for beauty products and initially had a very small team consisting of just three employees. </a:t>
            </a:r>
            <a:endParaRPr sz="1800" dirty="0">
              <a:solidFill>
                <a:srgbClr val="000000"/>
              </a:solidFill>
            </a:endParaRPr>
          </a:p>
          <a:p>
            <a:pPr marL="0" lvl="0" indent="0" algn="l" rtl="0">
              <a:lnSpc>
                <a:spcPct val="140000"/>
              </a:lnSpc>
              <a:spcBef>
                <a:spcPts val="0"/>
              </a:spcBef>
              <a:spcAft>
                <a:spcPts val="0"/>
              </a:spcAft>
              <a:buNone/>
            </a:pPr>
            <a:endParaRPr sz="1800" dirty="0">
              <a:solidFill>
                <a:srgbClr val="000000"/>
              </a:solidFill>
            </a:endParaRPr>
          </a:p>
          <a:p>
            <a:pPr marL="0" lvl="0" indent="0" algn="l" rtl="0">
              <a:lnSpc>
                <a:spcPct val="140000"/>
              </a:lnSpc>
              <a:spcBef>
                <a:spcPts val="0"/>
              </a:spcBef>
              <a:spcAft>
                <a:spcPts val="0"/>
              </a:spcAft>
              <a:buNone/>
            </a:pPr>
            <a:endParaRPr sz="1800" dirty="0">
              <a:solidFill>
                <a:srgbClr val="000000"/>
              </a:solidFill>
            </a:endParaRPr>
          </a:p>
          <a:p>
            <a:pPr marL="0" lvl="0" indent="0" algn="l" rtl="0">
              <a:lnSpc>
                <a:spcPct val="140000"/>
              </a:lnSpc>
              <a:spcBef>
                <a:spcPts val="0"/>
              </a:spcBef>
              <a:spcAft>
                <a:spcPts val="0"/>
              </a:spcAft>
              <a:buNone/>
            </a:pPr>
            <a:endParaRPr sz="1800" dirty="0">
              <a:solidFill>
                <a:srgbClr val="000000"/>
              </a:solidFill>
            </a:endParaRPr>
          </a:p>
          <a:p>
            <a:pPr marL="0" lvl="0" indent="0" algn="l" rtl="0">
              <a:lnSpc>
                <a:spcPct val="140000"/>
              </a:lnSpc>
              <a:spcBef>
                <a:spcPts val="0"/>
              </a:spcBef>
              <a:spcAft>
                <a:spcPts val="0"/>
              </a:spcAft>
              <a:buNone/>
            </a:pPr>
            <a:endParaRPr sz="1800" dirty="0">
              <a:solidFill>
                <a:srgbClr val="000000"/>
              </a:solidFill>
            </a:endParaRPr>
          </a:p>
          <a:p>
            <a:pPr marL="0" lvl="0" indent="0" algn="l" rtl="0">
              <a:lnSpc>
                <a:spcPct val="140000"/>
              </a:lnSpc>
              <a:spcBef>
                <a:spcPts val="0"/>
              </a:spcBef>
              <a:spcAft>
                <a:spcPts val="0"/>
              </a:spcAft>
              <a:buNone/>
            </a:pPr>
            <a:endParaRPr sz="1800" dirty="0">
              <a:solidFill>
                <a:srgbClr val="000000"/>
              </a:solidFill>
            </a:endParaRPr>
          </a:p>
          <a:p>
            <a:pPr marL="0" lvl="0" indent="0" algn="l" rtl="0">
              <a:lnSpc>
                <a:spcPct val="140000"/>
              </a:lnSpc>
              <a:spcBef>
                <a:spcPts val="0"/>
              </a:spcBef>
              <a:spcAft>
                <a:spcPts val="0"/>
              </a:spcAft>
              <a:buNone/>
            </a:pPr>
            <a:endParaRPr sz="1800" dirty="0">
              <a:solidFill>
                <a:srgbClr val="000000"/>
              </a:solidFill>
            </a:endParaRPr>
          </a:p>
          <a:p>
            <a:pPr marL="347472" lvl="0" indent="-224123" algn="l" rtl="0">
              <a:lnSpc>
                <a:spcPct val="140000"/>
              </a:lnSpc>
              <a:spcBef>
                <a:spcPts val="0"/>
              </a:spcBef>
              <a:spcAft>
                <a:spcPts val="0"/>
              </a:spcAft>
              <a:buClr>
                <a:srgbClr val="3F3F3F"/>
              </a:buClr>
              <a:buSzPct val="75000"/>
              <a:buNone/>
            </a:pPr>
            <a:endParaRPr dirty="0"/>
          </a:p>
        </p:txBody>
      </p:sp>
      <p:sp>
        <p:nvSpPr>
          <p:cNvPr id="164" name="Google Shape;164;p3"/>
          <p:cNvSpPr txBox="1">
            <a:spLocks noGrp="1"/>
          </p:cNvSpPr>
          <p:nvPr>
            <p:ph type="sldNum" idx="12"/>
          </p:nvPr>
        </p:nvSpPr>
        <p:spPr>
          <a:xfrm>
            <a:off x="10917936" y="6385422"/>
            <a:ext cx="843264" cy="288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3</a:t>
            </a:fld>
            <a:endParaRPr/>
          </a:p>
        </p:txBody>
      </p:sp>
      <p:graphicFrame>
        <p:nvGraphicFramePr>
          <p:cNvPr id="165" name="Google Shape;165;p3"/>
          <p:cNvGraphicFramePr/>
          <p:nvPr>
            <p:extLst>
              <p:ext uri="{D42A27DB-BD31-4B8C-83A1-F6EECF244321}">
                <p14:modId xmlns:p14="http://schemas.microsoft.com/office/powerpoint/2010/main" val="549113029"/>
              </p:ext>
            </p:extLst>
          </p:nvPr>
        </p:nvGraphicFramePr>
        <p:xfrm>
          <a:off x="2033752" y="3238500"/>
          <a:ext cx="8868173" cy="1820075"/>
        </p:xfrm>
        <a:graphic>
          <a:graphicData uri="http://schemas.openxmlformats.org/drawingml/2006/table">
            <a:tbl>
              <a:tblPr>
                <a:noFill/>
                <a:tableStyleId>{F0EF7A2F-5985-47E4-8ED6-11E281968620}</a:tableStyleId>
              </a:tblPr>
              <a:tblGrid>
                <a:gridCol w="4419623">
                  <a:extLst>
                    <a:ext uri="{9D8B030D-6E8A-4147-A177-3AD203B41FA5}">
                      <a16:colId xmlns:a16="http://schemas.microsoft.com/office/drawing/2014/main" val="20000"/>
                    </a:ext>
                  </a:extLst>
                </a:gridCol>
                <a:gridCol w="4448550">
                  <a:extLst>
                    <a:ext uri="{9D8B030D-6E8A-4147-A177-3AD203B41FA5}">
                      <a16:colId xmlns:a16="http://schemas.microsoft.com/office/drawing/2014/main" val="20001"/>
                    </a:ext>
                  </a:extLst>
                </a:gridCol>
              </a:tblGrid>
              <a:tr h="771200">
                <a:tc>
                  <a:txBody>
                    <a:bodyPr/>
                    <a:lstStyle/>
                    <a:p>
                      <a:pPr marL="0" lvl="0" indent="0" algn="l" rtl="0">
                        <a:spcBef>
                          <a:spcPts val="0"/>
                        </a:spcBef>
                        <a:spcAft>
                          <a:spcPts val="0"/>
                        </a:spcAft>
                        <a:buNone/>
                      </a:pPr>
                      <a:r>
                        <a:rPr lang="en-US" sz="3800" b="1" dirty="0">
                          <a:latin typeface="EB Garamond"/>
                          <a:ea typeface="EB Garamond"/>
                          <a:cs typeface="EB Garamond"/>
                          <a:sym typeface="EB Garamond"/>
                        </a:rPr>
                        <a:t>         </a:t>
                      </a:r>
                      <a:r>
                        <a:rPr lang="en-US" sz="3800" b="1" dirty="0">
                          <a:solidFill>
                            <a:srgbClr val="002060"/>
                          </a:solidFill>
                          <a:latin typeface="EB Garamond"/>
                          <a:ea typeface="EB Garamond"/>
                          <a:cs typeface="EB Garamond"/>
                          <a:sym typeface="EB Garamond"/>
                        </a:rPr>
                        <a:t>Mission</a:t>
                      </a:r>
                      <a:endParaRPr sz="3800" b="1" dirty="0">
                        <a:solidFill>
                          <a:srgbClr val="002060"/>
                        </a:solidFill>
                        <a:latin typeface="EB Garamond"/>
                        <a:ea typeface="EB Garamond"/>
                        <a:cs typeface="EB Garamond"/>
                        <a:sym typeface="EB Garamond"/>
                      </a:endParaRPr>
                    </a:p>
                  </a:txBody>
                  <a:tcPr marL="91425" marR="91425" marT="91425" marB="91425"/>
                </a:tc>
                <a:tc>
                  <a:txBody>
                    <a:bodyPr/>
                    <a:lstStyle/>
                    <a:p>
                      <a:pPr marL="0" lvl="0" indent="0" algn="l" rtl="0">
                        <a:spcBef>
                          <a:spcPts val="0"/>
                        </a:spcBef>
                        <a:spcAft>
                          <a:spcPts val="0"/>
                        </a:spcAft>
                        <a:buNone/>
                      </a:pPr>
                      <a:r>
                        <a:rPr lang="en-US" sz="3500" b="1" dirty="0">
                          <a:latin typeface="EB Garamond"/>
                          <a:ea typeface="EB Garamond"/>
                          <a:cs typeface="EB Garamond"/>
                          <a:sym typeface="EB Garamond"/>
                        </a:rPr>
                        <a:t>           </a:t>
                      </a:r>
                      <a:r>
                        <a:rPr lang="en-US" sz="3500" b="1" dirty="0">
                          <a:solidFill>
                            <a:srgbClr val="002060"/>
                          </a:solidFill>
                          <a:latin typeface="EB Garamond"/>
                          <a:ea typeface="EB Garamond"/>
                          <a:cs typeface="EB Garamond"/>
                          <a:sym typeface="EB Garamond"/>
                        </a:rPr>
                        <a:t>Vision</a:t>
                      </a:r>
                      <a:endParaRPr sz="3500" b="1" dirty="0">
                        <a:solidFill>
                          <a:srgbClr val="002060"/>
                        </a:solidFill>
                        <a:latin typeface="EB Garamond"/>
                        <a:ea typeface="EB Garamond"/>
                        <a:cs typeface="EB Garamond"/>
                        <a:sym typeface="EB Garamond"/>
                      </a:endParaRPr>
                    </a:p>
                  </a:txBody>
                  <a:tcPr marL="91425" marR="91425" marT="91425" marB="91425"/>
                </a:tc>
                <a:extLst>
                  <a:ext uri="{0D108BD9-81ED-4DB2-BD59-A6C34878D82A}">
                    <a16:rowId xmlns:a16="http://schemas.microsoft.com/office/drawing/2014/main" val="10000"/>
                  </a:ext>
                </a:extLst>
              </a:tr>
              <a:tr h="1048875">
                <a:tc>
                  <a:txBody>
                    <a:bodyPr/>
                    <a:lstStyle/>
                    <a:p>
                      <a:pPr marL="0" lvl="0" indent="0" algn="l" rtl="0">
                        <a:spcBef>
                          <a:spcPts val="0"/>
                        </a:spcBef>
                        <a:spcAft>
                          <a:spcPts val="0"/>
                        </a:spcAft>
                        <a:buNone/>
                      </a:pPr>
                      <a:r>
                        <a:rPr lang="en-US" b="1" dirty="0"/>
                        <a:t>To create a world where our consumers have access to a finely curated, authentic assortment of products and services that delight and elevate the human spirit.</a:t>
                      </a:r>
                      <a:endParaRPr b="1" dirty="0"/>
                    </a:p>
                  </a:txBody>
                  <a:tcPr marL="91425" marR="91425" marT="91425" marB="91425"/>
                </a:tc>
                <a:tc>
                  <a:txBody>
                    <a:bodyPr/>
                    <a:lstStyle/>
                    <a:p>
                      <a:pPr marL="0" lvl="0" indent="0" algn="l" rtl="0">
                        <a:spcBef>
                          <a:spcPts val="0"/>
                        </a:spcBef>
                        <a:spcAft>
                          <a:spcPts val="0"/>
                        </a:spcAft>
                        <a:buNone/>
                      </a:pPr>
                      <a:r>
                        <a:rPr lang="en-US" b="1" dirty="0"/>
                        <a:t>Bring inspiration and joy to people, everywhere, everyday.</a:t>
                      </a:r>
                      <a:endParaRPr b="1" dirty="0"/>
                    </a:p>
                  </a:txBody>
                  <a:tcPr marL="91425" marR="91425" marT="91425" marB="91425"/>
                </a:tc>
                <a:extLst>
                  <a:ext uri="{0D108BD9-81ED-4DB2-BD59-A6C34878D82A}">
                    <a16:rowId xmlns:a16="http://schemas.microsoft.com/office/drawing/2014/main" val="10001"/>
                  </a:ext>
                </a:extLst>
              </a:tr>
            </a:tbl>
          </a:graphicData>
        </a:graphic>
      </p:graphicFrame>
      <p:pic>
        <p:nvPicPr>
          <p:cNvPr id="166" name="Google Shape;166;p3"/>
          <p:cNvPicPr preferRelativeResize="0"/>
          <p:nvPr/>
        </p:nvPicPr>
        <p:blipFill>
          <a:blip r:embed="rId3">
            <a:alphaModFix/>
          </a:blip>
          <a:stretch>
            <a:fillRect/>
          </a:stretch>
        </p:blipFill>
        <p:spPr>
          <a:xfrm>
            <a:off x="2168575" y="3429000"/>
            <a:ext cx="843275" cy="461100"/>
          </a:xfrm>
          <a:prstGeom prst="rect">
            <a:avLst/>
          </a:prstGeom>
          <a:noFill/>
          <a:ln>
            <a:noFill/>
          </a:ln>
        </p:spPr>
      </p:pic>
      <p:pic>
        <p:nvPicPr>
          <p:cNvPr id="167" name="Google Shape;167;p3"/>
          <p:cNvPicPr preferRelativeResize="0"/>
          <p:nvPr/>
        </p:nvPicPr>
        <p:blipFill rotWithShape="1">
          <a:blip r:embed="rId4">
            <a:alphaModFix/>
          </a:blip>
          <a:srcRect t="28402"/>
          <a:stretch/>
        </p:blipFill>
        <p:spPr>
          <a:xfrm>
            <a:off x="6819725" y="3325450"/>
            <a:ext cx="843275" cy="668200"/>
          </a:xfrm>
          <a:prstGeom prst="rect">
            <a:avLst/>
          </a:prstGeom>
          <a:noFill/>
          <a:ln>
            <a:noFill/>
          </a:ln>
        </p:spPr>
      </p:pic>
      <p:pic>
        <p:nvPicPr>
          <p:cNvPr id="3" name="Graphic 2" descr="Boardroom with solid fill">
            <a:extLst>
              <a:ext uri="{FF2B5EF4-FFF2-40B4-BE49-F238E27FC236}">
                <a16:creationId xmlns:a16="http://schemas.microsoft.com/office/drawing/2014/main" id="{68891042-1F0E-E0A4-4682-0CB26FB399E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5212" y="426639"/>
            <a:ext cx="732125" cy="732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FF589-46B8-FF06-DE42-F67E2CCE7F25}"/>
              </a:ext>
            </a:extLst>
          </p:cNvPr>
          <p:cNvSpPr>
            <a:spLocks noGrp="1"/>
          </p:cNvSpPr>
          <p:nvPr>
            <p:ph type="title"/>
          </p:nvPr>
        </p:nvSpPr>
        <p:spPr>
          <a:xfrm>
            <a:off x="355600" y="375509"/>
            <a:ext cx="10996845" cy="355601"/>
          </a:xfrm>
        </p:spPr>
        <p:txBody>
          <a:bodyPr/>
          <a:lstStyle/>
          <a:p>
            <a:r>
              <a:rPr lang="en-US" sz="3200" dirty="0">
                <a:latin typeface="+mj-lt"/>
              </a:rPr>
              <a:t>Financial </a:t>
            </a:r>
            <a:r>
              <a:rPr lang="en-US" sz="3200" b="1" dirty="0">
                <a:solidFill>
                  <a:srgbClr val="000000"/>
                </a:solidFill>
                <a:effectLst/>
                <a:latin typeface="+mj-lt"/>
                <a:ea typeface="Times New Roman" panose="02020603050405020304" pitchFamily="18" charset="0"/>
              </a:rPr>
              <a:t>Snapshot:</a:t>
            </a:r>
            <a:endParaRPr lang="en-US" sz="3200" dirty="0">
              <a:latin typeface="+mj-lt"/>
            </a:endParaRPr>
          </a:p>
        </p:txBody>
      </p:sp>
      <p:graphicFrame>
        <p:nvGraphicFramePr>
          <p:cNvPr id="6" name="Chart 5">
            <a:extLst>
              <a:ext uri="{FF2B5EF4-FFF2-40B4-BE49-F238E27FC236}">
                <a16:creationId xmlns:a16="http://schemas.microsoft.com/office/drawing/2014/main" id="{3ACCBBCC-25CD-81E4-1CCD-B0CD0433DAAA}"/>
              </a:ext>
            </a:extLst>
          </p:cNvPr>
          <p:cNvGraphicFramePr>
            <a:graphicFrameLocks/>
          </p:cNvGraphicFramePr>
          <p:nvPr>
            <p:extLst>
              <p:ext uri="{D42A27DB-BD31-4B8C-83A1-F6EECF244321}">
                <p14:modId xmlns:p14="http://schemas.microsoft.com/office/powerpoint/2010/main" val="380968210"/>
              </p:ext>
            </p:extLst>
          </p:nvPr>
        </p:nvGraphicFramePr>
        <p:xfrm>
          <a:off x="6495288" y="965200"/>
          <a:ext cx="4840224" cy="26416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a:extLst>
              <a:ext uri="{FF2B5EF4-FFF2-40B4-BE49-F238E27FC236}">
                <a16:creationId xmlns:a16="http://schemas.microsoft.com/office/drawing/2014/main" id="{0F824EFA-1DCC-5F94-A077-3041A2DBDB7B}"/>
              </a:ext>
            </a:extLst>
          </p:cNvPr>
          <p:cNvGraphicFramePr>
            <a:graphicFrameLocks/>
          </p:cNvGraphicFramePr>
          <p:nvPr>
            <p:extLst>
              <p:ext uri="{D42A27DB-BD31-4B8C-83A1-F6EECF244321}">
                <p14:modId xmlns:p14="http://schemas.microsoft.com/office/powerpoint/2010/main" val="875139831"/>
              </p:ext>
            </p:extLst>
          </p:nvPr>
        </p:nvGraphicFramePr>
        <p:xfrm>
          <a:off x="6858000" y="3793067"/>
          <a:ext cx="4477512" cy="2641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Table 11">
            <a:extLst>
              <a:ext uri="{FF2B5EF4-FFF2-40B4-BE49-F238E27FC236}">
                <a16:creationId xmlns:a16="http://schemas.microsoft.com/office/drawing/2014/main" id="{2300C2BA-9A82-AD5D-BC92-B59D61E46466}"/>
              </a:ext>
            </a:extLst>
          </p:cNvPr>
          <p:cNvGraphicFramePr>
            <a:graphicFrameLocks noGrp="1"/>
          </p:cNvGraphicFramePr>
          <p:nvPr>
            <p:extLst>
              <p:ext uri="{D42A27DB-BD31-4B8C-83A1-F6EECF244321}">
                <p14:modId xmlns:p14="http://schemas.microsoft.com/office/powerpoint/2010/main" val="458187010"/>
              </p:ext>
            </p:extLst>
          </p:nvPr>
        </p:nvGraphicFramePr>
        <p:xfrm>
          <a:off x="355600" y="1473200"/>
          <a:ext cx="5554133" cy="4688886"/>
        </p:xfrm>
        <a:graphic>
          <a:graphicData uri="http://schemas.openxmlformats.org/drawingml/2006/table">
            <a:tbl>
              <a:tblPr>
                <a:tableStyleId>{F0EF7A2F-5985-47E4-8ED6-11E281968620}</a:tableStyleId>
              </a:tblPr>
              <a:tblGrid>
                <a:gridCol w="1896345">
                  <a:extLst>
                    <a:ext uri="{9D8B030D-6E8A-4147-A177-3AD203B41FA5}">
                      <a16:colId xmlns:a16="http://schemas.microsoft.com/office/drawing/2014/main" val="3774965126"/>
                    </a:ext>
                  </a:extLst>
                </a:gridCol>
                <a:gridCol w="1309579">
                  <a:extLst>
                    <a:ext uri="{9D8B030D-6E8A-4147-A177-3AD203B41FA5}">
                      <a16:colId xmlns:a16="http://schemas.microsoft.com/office/drawing/2014/main" val="3771993347"/>
                    </a:ext>
                  </a:extLst>
                </a:gridCol>
                <a:gridCol w="1204210">
                  <a:extLst>
                    <a:ext uri="{9D8B030D-6E8A-4147-A177-3AD203B41FA5}">
                      <a16:colId xmlns:a16="http://schemas.microsoft.com/office/drawing/2014/main" val="2658719555"/>
                    </a:ext>
                  </a:extLst>
                </a:gridCol>
                <a:gridCol w="1143999">
                  <a:extLst>
                    <a:ext uri="{9D8B030D-6E8A-4147-A177-3AD203B41FA5}">
                      <a16:colId xmlns:a16="http://schemas.microsoft.com/office/drawing/2014/main" val="1256777799"/>
                    </a:ext>
                  </a:extLst>
                </a:gridCol>
              </a:tblGrid>
              <a:tr h="492948">
                <a:tc gridSpan="2">
                  <a:txBody>
                    <a:bodyPr/>
                    <a:lstStyle/>
                    <a:p>
                      <a:pPr algn="l" fontAlgn="b"/>
                      <a:r>
                        <a:rPr lang="en-US" sz="2000" b="1" u="none" strike="noStrike" dirty="0">
                          <a:effectLst/>
                        </a:rPr>
                        <a:t>Financial statements in Year Ending</a:t>
                      </a:r>
                      <a:endParaRPr lang="en-US" sz="2000" b="1" i="0" u="none" strike="noStrike" dirty="0">
                        <a:solidFill>
                          <a:srgbClr val="000000"/>
                        </a:solidFill>
                        <a:effectLst/>
                        <a:latin typeface="Arial" panose="020B0604020202020204" pitchFamily="34" charset="0"/>
                      </a:endParaRPr>
                    </a:p>
                  </a:txBody>
                  <a:tcPr marL="9525" marR="9525" marT="9525" marB="0" anchor="b">
                    <a:solidFill>
                      <a:srgbClr val="00B0F0"/>
                    </a:solidFill>
                  </a:tcPr>
                </a:tc>
                <a:tc hMerge="1">
                  <a:txBody>
                    <a:bodyPr/>
                    <a:lstStyle/>
                    <a:p>
                      <a:endParaRPr lang="en-US"/>
                    </a:p>
                  </a:txBody>
                  <a:tcPr/>
                </a:tc>
                <a:tc>
                  <a:txBody>
                    <a:bodyPr/>
                    <a:lstStyle/>
                    <a:p>
                      <a:pPr algn="l" fontAlgn="b"/>
                      <a:r>
                        <a:rPr lang="en-US" sz="2000" b="1" u="none" strike="noStrike" dirty="0">
                          <a:effectLst/>
                        </a:rPr>
                        <a:t>12 Mar-23*</a:t>
                      </a:r>
                      <a:endParaRPr lang="en-US" sz="2000" b="1" i="0" u="none" strike="noStrike" dirty="0">
                        <a:solidFill>
                          <a:srgbClr val="000000"/>
                        </a:solidFill>
                        <a:effectLst/>
                        <a:latin typeface="Arial" panose="020B0604020202020204" pitchFamily="34" charset="0"/>
                      </a:endParaRPr>
                    </a:p>
                  </a:txBody>
                  <a:tcPr marL="9525" marR="9525" marT="9525" marB="0" anchor="b">
                    <a:solidFill>
                      <a:srgbClr val="00B0F0"/>
                    </a:solidFill>
                  </a:tcPr>
                </a:tc>
                <a:tc>
                  <a:txBody>
                    <a:bodyPr/>
                    <a:lstStyle/>
                    <a:p>
                      <a:pPr algn="l" fontAlgn="b"/>
                      <a:r>
                        <a:rPr lang="en-US" sz="2000" b="1" u="none" strike="noStrike" dirty="0">
                          <a:effectLst/>
                        </a:rPr>
                        <a:t>12 Mar-24*</a:t>
                      </a:r>
                      <a:endParaRPr lang="en-US" sz="2000" b="1" i="0" u="none" strike="noStrike" dirty="0">
                        <a:solidFill>
                          <a:srgbClr val="000000"/>
                        </a:solidFill>
                        <a:effectLst/>
                        <a:latin typeface="Arial" panose="020B0604020202020204" pitchFamily="34" charset="0"/>
                      </a:endParaRPr>
                    </a:p>
                  </a:txBody>
                  <a:tcPr marL="9525" marR="9525" marT="9525" marB="0" anchor="b">
                    <a:solidFill>
                      <a:srgbClr val="00B0F0"/>
                    </a:solidFill>
                  </a:tcPr>
                </a:tc>
                <a:extLst>
                  <a:ext uri="{0D108BD9-81ED-4DB2-BD59-A6C34878D82A}">
                    <a16:rowId xmlns:a16="http://schemas.microsoft.com/office/drawing/2014/main" val="2477442771"/>
                  </a:ext>
                </a:extLst>
              </a:tr>
              <a:tr h="492948">
                <a:tc>
                  <a:txBody>
                    <a:bodyPr/>
                    <a:lstStyle/>
                    <a:p>
                      <a:pPr algn="l" fontAlgn="b"/>
                      <a:r>
                        <a:rPr lang="en-US" sz="2000" b="0" u="none" strike="noStrike">
                          <a:effectLst/>
                        </a:rPr>
                        <a:t>Net Sales</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2000" b="0" u="none" strike="noStrike" dirty="0">
                          <a:effectLst/>
                        </a:rPr>
                        <a:t>Rs m</a:t>
                      </a:r>
                      <a:endParaRPr lang="en-US" sz="2000" b="0"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dirty="0">
                          <a:effectLst/>
                        </a:rPr>
                        <a:t>51,438</a:t>
                      </a:r>
                      <a:endParaRPr lang="en-US" sz="2000" b="0"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a:effectLst/>
                        </a:rPr>
                        <a:t>63,856</a:t>
                      </a:r>
                      <a:endParaRPr lang="en-US" sz="2000" b="0" i="0" u="none" strike="noStrike">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4622459"/>
                  </a:ext>
                </a:extLst>
              </a:tr>
              <a:tr h="492948">
                <a:tc>
                  <a:txBody>
                    <a:bodyPr/>
                    <a:lstStyle/>
                    <a:p>
                      <a:pPr algn="l" fontAlgn="b"/>
                      <a:r>
                        <a:rPr lang="en-US" sz="2000" b="0" u="none" strike="noStrike">
                          <a:effectLst/>
                        </a:rPr>
                        <a:t>Other income</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2000" b="0" u="none" strike="noStrike">
                          <a:effectLst/>
                        </a:rPr>
                        <a:t>Rs m</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a:effectLst/>
                        </a:rPr>
                        <a:t>302</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dirty="0">
                          <a:effectLst/>
                        </a:rPr>
                        <a:t>299</a:t>
                      </a:r>
                      <a:endParaRPr lang="en-US" sz="20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461031045"/>
                  </a:ext>
                </a:extLst>
              </a:tr>
              <a:tr h="492948">
                <a:tc>
                  <a:txBody>
                    <a:bodyPr/>
                    <a:lstStyle/>
                    <a:p>
                      <a:pPr algn="l" fontAlgn="b"/>
                      <a:r>
                        <a:rPr lang="en-US" sz="2000" b="0" u="none" strike="noStrike">
                          <a:effectLst/>
                        </a:rPr>
                        <a:t>Total Revenues</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2000" b="0" u="none" strike="noStrike">
                          <a:effectLst/>
                        </a:rPr>
                        <a:t>Rs m</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a:effectLst/>
                        </a:rPr>
                        <a:t>51,740</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dirty="0">
                          <a:effectLst/>
                        </a:rPr>
                        <a:t>64,156</a:t>
                      </a:r>
                      <a:endParaRPr lang="en-US" sz="20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171758651"/>
                  </a:ext>
                </a:extLst>
              </a:tr>
              <a:tr h="492948">
                <a:tc>
                  <a:txBody>
                    <a:bodyPr/>
                    <a:lstStyle/>
                    <a:p>
                      <a:pPr algn="l" fontAlgn="b"/>
                      <a:r>
                        <a:rPr lang="en-US" sz="2000" b="0" u="none" strike="noStrike">
                          <a:effectLst/>
                        </a:rPr>
                        <a:t>Gross profit</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2000" b="0" u="none" strike="noStrike">
                          <a:effectLst/>
                        </a:rPr>
                        <a:t>Rs m</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dirty="0">
                          <a:effectLst/>
                        </a:rPr>
                        <a:t>2,571</a:t>
                      </a:r>
                      <a:endParaRPr lang="en-US" sz="2000" b="0"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dirty="0">
                          <a:effectLst/>
                        </a:rPr>
                        <a:t>3,469</a:t>
                      </a:r>
                      <a:endParaRPr lang="en-US" sz="20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371792975"/>
                  </a:ext>
                </a:extLst>
              </a:tr>
              <a:tr h="492948">
                <a:tc>
                  <a:txBody>
                    <a:bodyPr/>
                    <a:lstStyle/>
                    <a:p>
                      <a:pPr algn="l" fontAlgn="b"/>
                      <a:r>
                        <a:rPr lang="en-US" sz="2000" b="0" u="none" strike="noStrike">
                          <a:effectLst/>
                        </a:rPr>
                        <a:t>Profit before tax</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2000" b="0" u="none" strike="noStrike">
                          <a:effectLst/>
                        </a:rPr>
                        <a:t>Rs m</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a:effectLst/>
                        </a:rPr>
                        <a:t>384</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dirty="0">
                          <a:effectLst/>
                        </a:rPr>
                        <a:t>690</a:t>
                      </a:r>
                      <a:endParaRPr lang="en-US" sz="20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058752037"/>
                  </a:ext>
                </a:extLst>
              </a:tr>
              <a:tr h="492948">
                <a:tc>
                  <a:txBody>
                    <a:bodyPr/>
                    <a:lstStyle/>
                    <a:p>
                      <a:pPr algn="l" fontAlgn="b"/>
                      <a:r>
                        <a:rPr lang="en-US" sz="2000" b="0" u="none" strike="noStrike">
                          <a:effectLst/>
                        </a:rPr>
                        <a:t>Tax</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2000" b="0" u="none" strike="noStrike">
                          <a:effectLst/>
                        </a:rPr>
                        <a:t>Rs m</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a:effectLst/>
                        </a:rPr>
                        <a:t>136</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dirty="0">
                          <a:effectLst/>
                        </a:rPr>
                        <a:t>253</a:t>
                      </a:r>
                      <a:endParaRPr lang="en-US" sz="20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360499657"/>
                  </a:ext>
                </a:extLst>
              </a:tr>
              <a:tr h="492948">
                <a:tc>
                  <a:txBody>
                    <a:bodyPr/>
                    <a:lstStyle/>
                    <a:p>
                      <a:pPr algn="l" fontAlgn="b"/>
                      <a:r>
                        <a:rPr lang="en-US" sz="2000" b="0" u="none" strike="noStrike">
                          <a:effectLst/>
                        </a:rPr>
                        <a:t>Profit after tax</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2000" b="0" u="none" strike="noStrike" dirty="0">
                          <a:effectLst/>
                        </a:rPr>
                        <a:t>Rs m</a:t>
                      </a:r>
                      <a:endParaRPr lang="en-US" sz="2000" b="0" i="0" u="none" strike="noStrike" dirty="0">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a:effectLst/>
                        </a:rPr>
                        <a:t>248</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dirty="0">
                          <a:effectLst/>
                        </a:rPr>
                        <a:t>437</a:t>
                      </a:r>
                      <a:endParaRPr lang="en-US" sz="20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82629902"/>
                  </a:ext>
                </a:extLst>
              </a:tr>
              <a:tr h="492948">
                <a:tc>
                  <a:txBody>
                    <a:bodyPr/>
                    <a:lstStyle/>
                    <a:p>
                      <a:pPr algn="l" fontAlgn="b"/>
                      <a:r>
                        <a:rPr lang="en-US" sz="2000" b="0" u="none" strike="noStrike">
                          <a:effectLst/>
                        </a:rPr>
                        <a:t>Number of orders</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l" fontAlgn="b"/>
                      <a:r>
                        <a:rPr lang="en-US" sz="2000" b="0" u="none" strike="noStrike">
                          <a:effectLst/>
                        </a:rPr>
                        <a:t>Rs m</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a:effectLst/>
                        </a:rPr>
                        <a:t>34.8</a:t>
                      </a:r>
                      <a:endParaRPr lang="en-US" sz="2000" b="0" i="0" u="none" strike="noStrike">
                        <a:solidFill>
                          <a:srgbClr val="000000"/>
                        </a:solidFill>
                        <a:effectLst/>
                        <a:latin typeface="Arial" panose="020B0604020202020204" pitchFamily="34" charset="0"/>
                      </a:endParaRPr>
                    </a:p>
                  </a:txBody>
                  <a:tcPr marL="9525" marR="9525" marT="9525" marB="0" anchor="b"/>
                </a:tc>
                <a:tc>
                  <a:txBody>
                    <a:bodyPr/>
                    <a:lstStyle/>
                    <a:p>
                      <a:pPr algn="r" fontAlgn="b"/>
                      <a:r>
                        <a:rPr lang="en-US" sz="2000" b="0" u="none" strike="noStrike" dirty="0">
                          <a:effectLst/>
                        </a:rPr>
                        <a:t>41.7</a:t>
                      </a:r>
                      <a:endParaRPr lang="en-US" sz="20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472364"/>
                  </a:ext>
                </a:extLst>
              </a:tr>
            </a:tbl>
          </a:graphicData>
        </a:graphic>
      </p:graphicFrame>
      <p:sp>
        <p:nvSpPr>
          <p:cNvPr id="13" name="TextBox 12">
            <a:extLst>
              <a:ext uri="{FF2B5EF4-FFF2-40B4-BE49-F238E27FC236}">
                <a16:creationId xmlns:a16="http://schemas.microsoft.com/office/drawing/2014/main" id="{3534DF43-1D51-755C-31F0-4561051437E3}"/>
              </a:ext>
            </a:extLst>
          </p:cNvPr>
          <p:cNvSpPr txBox="1"/>
          <p:nvPr/>
        </p:nvSpPr>
        <p:spPr>
          <a:xfrm>
            <a:off x="6404777" y="5029200"/>
            <a:ext cx="741090" cy="307777"/>
          </a:xfrm>
          <a:prstGeom prst="rect">
            <a:avLst/>
          </a:prstGeom>
          <a:noFill/>
        </p:spPr>
        <p:txBody>
          <a:bodyPr wrap="square" rtlCol="0">
            <a:spAutoFit/>
          </a:bodyPr>
          <a:lstStyle/>
          <a:p>
            <a:r>
              <a:rPr lang="en-US" dirty="0"/>
              <a:t>2024</a:t>
            </a:r>
          </a:p>
        </p:txBody>
      </p:sp>
      <p:sp>
        <p:nvSpPr>
          <p:cNvPr id="14" name="TextBox 13">
            <a:extLst>
              <a:ext uri="{FF2B5EF4-FFF2-40B4-BE49-F238E27FC236}">
                <a16:creationId xmlns:a16="http://schemas.microsoft.com/office/drawing/2014/main" id="{6033D031-4C45-3B04-8364-35E7A2C3D3F2}"/>
              </a:ext>
            </a:extLst>
          </p:cNvPr>
          <p:cNvSpPr txBox="1"/>
          <p:nvPr/>
        </p:nvSpPr>
        <p:spPr>
          <a:xfrm>
            <a:off x="6362956" y="5892800"/>
            <a:ext cx="660400" cy="307777"/>
          </a:xfrm>
          <a:prstGeom prst="rect">
            <a:avLst/>
          </a:prstGeom>
          <a:noFill/>
        </p:spPr>
        <p:txBody>
          <a:bodyPr wrap="square" rtlCol="0">
            <a:spAutoFit/>
          </a:bodyPr>
          <a:lstStyle/>
          <a:p>
            <a:r>
              <a:rPr lang="en-US" dirty="0"/>
              <a:t>2023</a:t>
            </a:r>
          </a:p>
        </p:txBody>
      </p:sp>
    </p:spTree>
    <p:extLst>
      <p:ext uri="{BB962C8B-B14F-4D97-AF65-F5344CB8AC3E}">
        <p14:creationId xmlns:p14="http://schemas.microsoft.com/office/powerpoint/2010/main" val="860114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3" name="Google Shape;173;p4"/>
          <p:cNvSpPr txBox="1">
            <a:spLocks noGrp="1"/>
          </p:cNvSpPr>
          <p:nvPr>
            <p:ph type="body" idx="1"/>
          </p:nvPr>
        </p:nvSpPr>
        <p:spPr>
          <a:xfrm>
            <a:off x="841247" y="1536192"/>
            <a:ext cx="6931152" cy="4480560"/>
          </a:xfrm>
          <a:prstGeom prst="rect">
            <a:avLst/>
          </a:prstGeom>
          <a:noFill/>
          <a:ln>
            <a:noFill/>
          </a:ln>
        </p:spPr>
        <p:txBody>
          <a:bodyPr spcFirstLastPara="1" wrap="square" lIns="0" tIns="0" rIns="0" bIns="0" anchor="t" anchorCtr="0">
            <a:noAutofit/>
          </a:bodyPr>
          <a:lstStyle/>
          <a:p>
            <a:pPr marL="0" lvl="0" indent="0" algn="l" rtl="0">
              <a:lnSpc>
                <a:spcPct val="75000"/>
              </a:lnSpc>
              <a:spcBef>
                <a:spcPts val="0"/>
              </a:spcBef>
              <a:spcAft>
                <a:spcPts val="0"/>
              </a:spcAft>
              <a:buClr>
                <a:srgbClr val="F2F2F2"/>
              </a:buClr>
              <a:buSzPts val="6000"/>
              <a:buNone/>
            </a:pPr>
            <a:r>
              <a:rPr lang="en-US" dirty="0"/>
              <a:t>Strategies</a:t>
            </a:r>
            <a:br>
              <a:rPr lang="en-US" dirty="0"/>
            </a:br>
            <a:r>
              <a:rPr lang="en-US" dirty="0"/>
              <a:t>for growth</a:t>
            </a:r>
            <a:endParaRPr dirty="0"/>
          </a:p>
          <a:p>
            <a:pPr marL="0" lvl="0" indent="0" algn="l" rtl="0">
              <a:lnSpc>
                <a:spcPct val="75000"/>
              </a:lnSpc>
              <a:spcBef>
                <a:spcPts val="1800"/>
              </a:spcBef>
              <a:spcAft>
                <a:spcPts val="0"/>
              </a:spcAft>
              <a:buClr>
                <a:srgbClr val="F2F2F2"/>
              </a:buClr>
              <a:buSzPts val="6000"/>
              <a:buNone/>
            </a:pPr>
            <a:endParaRPr dirty="0"/>
          </a:p>
        </p:txBody>
      </p:sp>
      <p:pic>
        <p:nvPicPr>
          <p:cNvPr id="174" name="Google Shape;174;p4" descr="Group of people looking at laptop"/>
          <p:cNvPicPr preferRelativeResize="0">
            <a:picLocks noGrp="1"/>
          </p:cNvPicPr>
          <p:nvPr>
            <p:ph type="pic" idx="2"/>
          </p:nvPr>
        </p:nvPicPr>
        <p:blipFill rotWithShape="1">
          <a:blip r:embed="rId3">
            <a:alphaModFix/>
          </a:blip>
          <a:srcRect t="12" b="11"/>
          <a:stretch/>
        </p:blipFill>
        <p:spPr>
          <a:xfrm>
            <a:off x="6111240" y="2231136"/>
            <a:ext cx="6080760" cy="4626864"/>
          </a:xfrm>
          <a:prstGeom prst="rect">
            <a:avLst/>
          </a:prstGeom>
          <a:solidFill>
            <a:srgbClr val="0A4CA0"/>
          </a:solid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716F63-BD82-2648-5770-640848C8F113}"/>
              </a:ext>
            </a:extLst>
          </p:cNvPr>
          <p:cNvSpPr>
            <a:spLocks noGrp="1"/>
          </p:cNvSpPr>
          <p:nvPr>
            <p:ph type="body" idx="1"/>
          </p:nvPr>
        </p:nvSpPr>
        <p:spPr>
          <a:xfrm>
            <a:off x="841248" y="614855"/>
            <a:ext cx="10076688" cy="5401897"/>
          </a:xfrm>
        </p:spPr>
        <p:txBody>
          <a:bodyPr>
            <a:normAutofit/>
          </a:bodyPr>
          <a:lstStyle/>
          <a:p>
            <a:r>
              <a:rPr lang="en-US" sz="1800" dirty="0" err="1"/>
              <a:t>Nykaa</a:t>
            </a:r>
            <a:r>
              <a:rPr lang="en-US" sz="1800" dirty="0"/>
              <a:t> has variety of strategies to fuel its growth. </a:t>
            </a:r>
            <a:r>
              <a:rPr lang="en-US" sz="1800" dirty="0" err="1"/>
              <a:t>Nykaa</a:t>
            </a:r>
            <a:r>
              <a:rPr lang="en-US" sz="1800" dirty="0"/>
              <a:t> primarily focusing on beauty, skincare and wellness it helps to occupy a unique space in the market apart from more generalized e-commerce platforms.</a:t>
            </a:r>
          </a:p>
          <a:p>
            <a:r>
              <a:rPr lang="en-US" sz="1800" dirty="0"/>
              <a:t>The important strategy of </a:t>
            </a:r>
            <a:r>
              <a:rPr lang="en-US" sz="1800" dirty="0" err="1"/>
              <a:t>nykaa</a:t>
            </a:r>
            <a:r>
              <a:rPr lang="en-US" sz="1800" dirty="0"/>
              <a:t> is omnichannel strategy(online and offline retail) It provides customers with an in-person shopping experience while continuing to drive online sales it enhance its brand presence.</a:t>
            </a:r>
          </a:p>
          <a:p>
            <a:r>
              <a:rPr lang="en-US" sz="1800" dirty="0" err="1"/>
              <a:t>Nykaa</a:t>
            </a:r>
            <a:r>
              <a:rPr lang="en-US" sz="1800" dirty="0"/>
              <a:t> provides original products and on top of that company has exclusive partnership with global luxe brands that are inaccessible to the Indian public that are not easily available at other platforms.</a:t>
            </a:r>
          </a:p>
          <a:p>
            <a:r>
              <a:rPr lang="en-US" sz="1800" dirty="0" err="1"/>
              <a:t>Nykaa</a:t>
            </a:r>
            <a:r>
              <a:rPr lang="en-US" sz="1800" dirty="0"/>
              <a:t> has expanded the product offerings  beyond beauty into fashion through </a:t>
            </a:r>
            <a:r>
              <a:rPr lang="en-US" sz="1800" dirty="0" err="1"/>
              <a:t>nykaa</a:t>
            </a:r>
            <a:r>
              <a:rPr lang="en-US" sz="1800" dirty="0"/>
              <a:t> fashion and also created its own beauty products like </a:t>
            </a:r>
            <a:r>
              <a:rPr lang="en-US" sz="1800" dirty="0" err="1"/>
              <a:t>nykaa</a:t>
            </a:r>
            <a:r>
              <a:rPr lang="en-US" sz="1800" dirty="0"/>
              <a:t> cosmetics this move helps to driving more profit.</a:t>
            </a:r>
          </a:p>
          <a:p>
            <a:r>
              <a:rPr lang="en-US" sz="1800" dirty="0" err="1"/>
              <a:t>Nykaa</a:t>
            </a:r>
            <a:r>
              <a:rPr lang="en-US" sz="1800" dirty="0"/>
              <a:t> products has its authenticity stamp to eliminates the fear of buying duplicate products.  </a:t>
            </a:r>
          </a:p>
        </p:txBody>
      </p:sp>
      <p:sp>
        <p:nvSpPr>
          <p:cNvPr id="4" name="Slide Number Placeholder 3">
            <a:extLst>
              <a:ext uri="{FF2B5EF4-FFF2-40B4-BE49-F238E27FC236}">
                <a16:creationId xmlns:a16="http://schemas.microsoft.com/office/drawing/2014/main" id="{307B45DA-25CE-7CD7-8734-A19DC58FA1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2133311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5"/>
          <p:cNvSpPr txBox="1">
            <a:spLocks noGrp="1"/>
          </p:cNvSpPr>
          <p:nvPr>
            <p:ph type="title"/>
          </p:nvPr>
        </p:nvSpPr>
        <p:spPr>
          <a:xfrm>
            <a:off x="841248" y="841248"/>
            <a:ext cx="10479024" cy="55778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2000"/>
              <a:buFont typeface="Arial"/>
              <a:buNone/>
            </a:pPr>
            <a:r>
              <a:rPr lang="en-US" sz="2800" dirty="0"/>
              <a:t>MARKETING STRATEGIES</a:t>
            </a:r>
            <a:endParaRPr sz="2800" dirty="0"/>
          </a:p>
        </p:txBody>
      </p:sp>
      <p:sp>
        <p:nvSpPr>
          <p:cNvPr id="180" name="Google Shape;180;p5"/>
          <p:cNvSpPr txBox="1">
            <a:spLocks noGrp="1"/>
          </p:cNvSpPr>
          <p:nvPr>
            <p:ph type="body" idx="1"/>
          </p:nvPr>
        </p:nvSpPr>
        <p:spPr>
          <a:xfrm>
            <a:off x="841248" y="1536827"/>
            <a:ext cx="10777938" cy="4479925"/>
          </a:xfrm>
          <a:prstGeom prst="rect">
            <a:avLst/>
          </a:prstGeom>
          <a:noFill/>
          <a:ln>
            <a:noFill/>
          </a:ln>
        </p:spPr>
        <p:txBody>
          <a:bodyPr spcFirstLastPara="1" wrap="square" lIns="0" tIns="0" rIns="0" bIns="0" anchor="t" anchorCtr="0">
            <a:normAutofit/>
          </a:bodyPr>
          <a:lstStyle/>
          <a:p>
            <a:pPr marL="347472" lvl="0" indent="-347472" algn="l" rtl="0">
              <a:lnSpc>
                <a:spcPct val="140000"/>
              </a:lnSpc>
              <a:spcBef>
                <a:spcPts val="0"/>
              </a:spcBef>
              <a:spcAft>
                <a:spcPts val="0"/>
              </a:spcAft>
              <a:buClr>
                <a:srgbClr val="3F3F3F"/>
              </a:buClr>
              <a:buSzPct val="75000"/>
              <a:buChar char="•"/>
            </a:pPr>
            <a:r>
              <a:rPr lang="en-US" sz="1800" b="1" dirty="0"/>
              <a:t>Social media marketing</a:t>
            </a:r>
            <a:r>
              <a:rPr lang="en-US" sz="1800" dirty="0"/>
              <a:t>: </a:t>
            </a:r>
            <a:r>
              <a:rPr lang="en-US" sz="1800" dirty="0" err="1"/>
              <a:t>Nykaa</a:t>
            </a:r>
            <a:r>
              <a:rPr lang="en-US" sz="1800" dirty="0"/>
              <a:t> has </a:t>
            </a:r>
            <a:r>
              <a:rPr lang="en-US" sz="1800" dirty="0" err="1"/>
              <a:t>youtube</a:t>
            </a:r>
            <a:r>
              <a:rPr lang="en-US" sz="1800" dirty="0"/>
              <a:t> channel calls “NYKAA TV” it not sells products also provides expert advice, tutorials and beauty tips through social media. Social Media Presence: Over 10 million followers across platforms- Influencer Partnerships: Collaborations with beauty and fashion influencers</a:t>
            </a:r>
          </a:p>
          <a:p>
            <a:pPr marL="347472" lvl="0" indent="-347472" algn="l" rtl="0">
              <a:lnSpc>
                <a:spcPct val="140000"/>
              </a:lnSpc>
              <a:spcBef>
                <a:spcPts val="0"/>
              </a:spcBef>
              <a:spcAft>
                <a:spcPts val="0"/>
              </a:spcAft>
              <a:buClr>
                <a:srgbClr val="3F3F3F"/>
              </a:buClr>
              <a:buSzPct val="75000"/>
              <a:buChar char="•"/>
            </a:pPr>
            <a:endParaRPr lang="en-US" sz="1800" b="1" dirty="0"/>
          </a:p>
          <a:p>
            <a:pPr marL="347472" lvl="0" indent="-347472" algn="l" rtl="0">
              <a:lnSpc>
                <a:spcPct val="140000"/>
              </a:lnSpc>
              <a:spcBef>
                <a:spcPts val="0"/>
              </a:spcBef>
              <a:spcAft>
                <a:spcPts val="0"/>
              </a:spcAft>
              <a:buClr>
                <a:srgbClr val="3F3F3F"/>
              </a:buClr>
              <a:buSzPct val="75000"/>
              <a:buChar char="•"/>
            </a:pPr>
            <a:r>
              <a:rPr lang="en-US" sz="1800" b="1" dirty="0"/>
              <a:t>Email marketing</a:t>
            </a:r>
            <a:r>
              <a:rPr lang="en-US" sz="1800" dirty="0"/>
              <a:t>: </a:t>
            </a:r>
            <a:r>
              <a:rPr lang="en-US" sz="1800" dirty="0" err="1"/>
              <a:t>Nykaa</a:t>
            </a:r>
            <a:r>
              <a:rPr lang="en-US" sz="1800" dirty="0"/>
              <a:t> sends out emails to keep the buyers engaged of trending content, offers, discounts </a:t>
            </a:r>
            <a:r>
              <a:rPr lang="en-US" sz="1800" dirty="0" err="1"/>
              <a:t>etcc</a:t>
            </a:r>
            <a:r>
              <a:rPr lang="en-US" sz="1800" dirty="0"/>
              <a:t>.. It also provided glance at current industry trends.</a:t>
            </a:r>
          </a:p>
          <a:p>
            <a:pPr marL="347472" lvl="0" indent="-347472" algn="l" rtl="0">
              <a:lnSpc>
                <a:spcPct val="140000"/>
              </a:lnSpc>
              <a:spcBef>
                <a:spcPts val="0"/>
              </a:spcBef>
              <a:spcAft>
                <a:spcPts val="0"/>
              </a:spcAft>
              <a:buClr>
                <a:srgbClr val="3F3F3F"/>
              </a:buClr>
              <a:buSzPct val="75000"/>
              <a:buChar char="•"/>
            </a:pPr>
            <a:endParaRPr lang="en-US" sz="1800" dirty="0"/>
          </a:p>
          <a:p>
            <a:pPr marL="347472" lvl="0" indent="-347472" algn="l" rtl="0">
              <a:lnSpc>
                <a:spcPct val="140000"/>
              </a:lnSpc>
              <a:spcBef>
                <a:spcPts val="0"/>
              </a:spcBef>
              <a:spcAft>
                <a:spcPts val="0"/>
              </a:spcAft>
              <a:buClr>
                <a:srgbClr val="3F3F3F"/>
              </a:buClr>
              <a:buSzPct val="75000"/>
              <a:buChar char="•"/>
            </a:pPr>
            <a:r>
              <a:rPr lang="en-US" sz="1800" b="1" dirty="0"/>
              <a:t>Influencers marketing</a:t>
            </a:r>
            <a:r>
              <a:rPr lang="en-US" sz="1800" dirty="0"/>
              <a:t>: </a:t>
            </a:r>
            <a:r>
              <a:rPr lang="en-US" sz="1800" dirty="0" err="1"/>
              <a:t>Nykaa</a:t>
            </a:r>
            <a:r>
              <a:rPr lang="en-US" sz="1800" dirty="0"/>
              <a:t> has ,multiple social media accounts dedicate to the main brands like </a:t>
            </a:r>
            <a:r>
              <a:rPr lang="en-US" sz="1800" dirty="0" err="1"/>
              <a:t>Nykaa</a:t>
            </a:r>
            <a:r>
              <a:rPr lang="en-US" sz="1800" dirty="0"/>
              <a:t> man, </a:t>
            </a:r>
            <a:r>
              <a:rPr lang="en-US" sz="1800" dirty="0" err="1"/>
              <a:t>Nykaa</a:t>
            </a:r>
            <a:r>
              <a:rPr lang="en-US" sz="1800" dirty="0"/>
              <a:t> fashion</a:t>
            </a:r>
            <a:endParaRPr sz="1800" dirty="0"/>
          </a:p>
        </p:txBody>
      </p:sp>
      <p:sp>
        <p:nvSpPr>
          <p:cNvPr id="181" name="Google Shape;181;p5"/>
          <p:cNvSpPr txBox="1">
            <a:spLocks noGrp="1"/>
          </p:cNvSpPr>
          <p:nvPr>
            <p:ph type="sldNum" idx="12"/>
          </p:nvPr>
        </p:nvSpPr>
        <p:spPr>
          <a:xfrm>
            <a:off x="10917936" y="6385422"/>
            <a:ext cx="843264" cy="2880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US"/>
              <a:t>7</a:t>
            </a:fld>
            <a:endParaRPr/>
          </a:p>
        </p:txBody>
      </p:sp>
      <p:pic>
        <p:nvPicPr>
          <p:cNvPr id="3" name="Graphic 2" descr="Artificial Intelligence with solid fill">
            <a:extLst>
              <a:ext uri="{FF2B5EF4-FFF2-40B4-BE49-F238E27FC236}">
                <a16:creationId xmlns:a16="http://schemas.microsoft.com/office/drawing/2014/main" id="{2EF64C3B-9F23-7764-F306-FE72D2264B2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0193" y="695570"/>
            <a:ext cx="685800" cy="685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ED73D8D4-A39B-F615-C3B7-6674894D62F8}"/>
              </a:ext>
            </a:extLst>
          </p:cNvPr>
          <p:cNvSpPr>
            <a:spLocks noGrp="1"/>
          </p:cNvSpPr>
          <p:nvPr>
            <p:ph type="title"/>
          </p:nvPr>
        </p:nvSpPr>
        <p:spPr>
          <a:xfrm>
            <a:off x="1513490" y="1324303"/>
            <a:ext cx="4414344" cy="455502"/>
          </a:xfrm>
        </p:spPr>
        <p:txBody>
          <a:bodyPr/>
          <a:lstStyle/>
          <a:p>
            <a:r>
              <a:rPr lang="en-US" sz="2800" dirty="0"/>
              <a:t>COMPETITORS:</a:t>
            </a:r>
          </a:p>
        </p:txBody>
      </p:sp>
      <p:sp>
        <p:nvSpPr>
          <p:cNvPr id="5" name="Slide Number Placeholder 4">
            <a:extLst>
              <a:ext uri="{FF2B5EF4-FFF2-40B4-BE49-F238E27FC236}">
                <a16:creationId xmlns:a16="http://schemas.microsoft.com/office/drawing/2014/main" id="{FCB5950B-75AD-78B6-9350-441E1305F5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14" name="Picture 13">
            <a:extLst>
              <a:ext uri="{FF2B5EF4-FFF2-40B4-BE49-F238E27FC236}">
                <a16:creationId xmlns:a16="http://schemas.microsoft.com/office/drawing/2014/main" id="{105AE5E0-B5F9-8506-4876-F4018A78F286}"/>
              </a:ext>
            </a:extLst>
          </p:cNvPr>
          <p:cNvPicPr>
            <a:picLocks noChangeAspect="1"/>
          </p:cNvPicPr>
          <p:nvPr/>
        </p:nvPicPr>
        <p:blipFill>
          <a:blip r:embed="rId2"/>
          <a:stretch>
            <a:fillRect/>
          </a:stretch>
        </p:blipFill>
        <p:spPr>
          <a:xfrm>
            <a:off x="2543216" y="2271246"/>
            <a:ext cx="1967237" cy="901886"/>
          </a:xfrm>
          <a:prstGeom prst="rect">
            <a:avLst/>
          </a:prstGeom>
        </p:spPr>
      </p:pic>
      <p:pic>
        <p:nvPicPr>
          <p:cNvPr id="16" name="Picture 15">
            <a:extLst>
              <a:ext uri="{FF2B5EF4-FFF2-40B4-BE49-F238E27FC236}">
                <a16:creationId xmlns:a16="http://schemas.microsoft.com/office/drawing/2014/main" id="{8988001E-F99E-E2E4-2A9B-75F2BEC8AC7F}"/>
              </a:ext>
            </a:extLst>
          </p:cNvPr>
          <p:cNvPicPr>
            <a:picLocks noChangeAspect="1"/>
          </p:cNvPicPr>
          <p:nvPr/>
        </p:nvPicPr>
        <p:blipFill>
          <a:blip r:embed="rId3"/>
          <a:stretch>
            <a:fillRect/>
          </a:stretch>
        </p:blipFill>
        <p:spPr>
          <a:xfrm>
            <a:off x="5462193" y="2271246"/>
            <a:ext cx="1888118" cy="901886"/>
          </a:xfrm>
          <a:prstGeom prst="rect">
            <a:avLst/>
          </a:prstGeom>
        </p:spPr>
      </p:pic>
      <p:pic>
        <p:nvPicPr>
          <p:cNvPr id="18" name="Picture 17">
            <a:extLst>
              <a:ext uri="{FF2B5EF4-FFF2-40B4-BE49-F238E27FC236}">
                <a16:creationId xmlns:a16="http://schemas.microsoft.com/office/drawing/2014/main" id="{D61EEAC1-4882-5A55-92BD-95A413E0703D}"/>
              </a:ext>
            </a:extLst>
          </p:cNvPr>
          <p:cNvPicPr>
            <a:picLocks noChangeAspect="1"/>
          </p:cNvPicPr>
          <p:nvPr/>
        </p:nvPicPr>
        <p:blipFill>
          <a:blip r:embed="rId4"/>
          <a:stretch>
            <a:fillRect/>
          </a:stretch>
        </p:blipFill>
        <p:spPr>
          <a:xfrm>
            <a:off x="8423754" y="2271246"/>
            <a:ext cx="1967237" cy="932118"/>
          </a:xfrm>
          <a:prstGeom prst="rect">
            <a:avLst/>
          </a:prstGeom>
        </p:spPr>
      </p:pic>
      <p:pic>
        <p:nvPicPr>
          <p:cNvPr id="20" name="Picture 19">
            <a:extLst>
              <a:ext uri="{FF2B5EF4-FFF2-40B4-BE49-F238E27FC236}">
                <a16:creationId xmlns:a16="http://schemas.microsoft.com/office/drawing/2014/main" id="{19DCEA19-7EC6-5744-659E-32D0696D1C9D}"/>
              </a:ext>
            </a:extLst>
          </p:cNvPr>
          <p:cNvPicPr>
            <a:picLocks noChangeAspect="1"/>
          </p:cNvPicPr>
          <p:nvPr/>
        </p:nvPicPr>
        <p:blipFill>
          <a:blip r:embed="rId5"/>
          <a:stretch>
            <a:fillRect/>
          </a:stretch>
        </p:blipFill>
        <p:spPr>
          <a:xfrm>
            <a:off x="2543216" y="3664573"/>
            <a:ext cx="2053988" cy="1170074"/>
          </a:xfrm>
          <a:prstGeom prst="rect">
            <a:avLst/>
          </a:prstGeom>
        </p:spPr>
      </p:pic>
      <p:pic>
        <p:nvPicPr>
          <p:cNvPr id="3" name="Picture 2">
            <a:extLst>
              <a:ext uri="{FF2B5EF4-FFF2-40B4-BE49-F238E27FC236}">
                <a16:creationId xmlns:a16="http://schemas.microsoft.com/office/drawing/2014/main" id="{E25DC5B1-EBE4-0A3A-3128-CB7D5B39AD32}"/>
              </a:ext>
            </a:extLst>
          </p:cNvPr>
          <p:cNvPicPr>
            <a:picLocks noChangeAspect="1"/>
          </p:cNvPicPr>
          <p:nvPr/>
        </p:nvPicPr>
        <p:blipFill>
          <a:blip r:embed="rId6"/>
          <a:stretch>
            <a:fillRect/>
          </a:stretch>
        </p:blipFill>
        <p:spPr>
          <a:xfrm>
            <a:off x="5462194" y="3822671"/>
            <a:ext cx="2560154" cy="901886"/>
          </a:xfrm>
          <a:prstGeom prst="rect">
            <a:avLst/>
          </a:prstGeom>
        </p:spPr>
      </p:pic>
      <p:pic>
        <p:nvPicPr>
          <p:cNvPr id="6" name="Graphic 5" descr="Social distancing with solid fill">
            <a:extLst>
              <a:ext uri="{FF2B5EF4-FFF2-40B4-BE49-F238E27FC236}">
                <a16:creationId xmlns:a16="http://schemas.microsoft.com/office/drawing/2014/main" id="{084C0FC3-E519-E5E6-D37D-F69ECA39F06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3607" y="1167577"/>
            <a:ext cx="612228" cy="612228"/>
          </a:xfrm>
          <a:prstGeom prst="rect">
            <a:avLst/>
          </a:prstGeom>
        </p:spPr>
      </p:pic>
    </p:spTree>
    <p:extLst>
      <p:ext uri="{BB962C8B-B14F-4D97-AF65-F5344CB8AC3E}">
        <p14:creationId xmlns:p14="http://schemas.microsoft.com/office/powerpoint/2010/main" val="36722876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4CA0"/>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95E399-A890-EA9C-726F-89B1BFCF6238}"/>
              </a:ext>
            </a:extLst>
          </p:cNvPr>
          <p:cNvSpPr>
            <a:spLocks noGrp="1"/>
          </p:cNvSpPr>
          <p:nvPr>
            <p:ph type="body" idx="1"/>
          </p:nvPr>
        </p:nvSpPr>
        <p:spPr>
          <a:xfrm>
            <a:off x="841247" y="1718442"/>
            <a:ext cx="10479024" cy="1844566"/>
          </a:xfrm>
          <a:ln>
            <a:solidFill>
              <a:schemeClr val="accent1"/>
            </a:solidFill>
          </a:ln>
        </p:spPr>
        <p:txBody>
          <a:bodyPr/>
          <a:lstStyle/>
          <a:p>
            <a:r>
              <a:rPr lang="en-US" b="1" dirty="0"/>
              <a:t>SWOT &amp; Customer insights</a:t>
            </a:r>
          </a:p>
        </p:txBody>
      </p:sp>
      <p:pic>
        <p:nvPicPr>
          <p:cNvPr id="19" name="Picture 18">
            <a:extLst>
              <a:ext uri="{FF2B5EF4-FFF2-40B4-BE49-F238E27FC236}">
                <a16:creationId xmlns:a16="http://schemas.microsoft.com/office/drawing/2014/main" id="{EABA17B7-BE80-18EB-C50C-44E2CAC6E7BB}"/>
              </a:ext>
            </a:extLst>
          </p:cNvPr>
          <p:cNvPicPr>
            <a:picLocks noChangeAspect="1"/>
          </p:cNvPicPr>
          <p:nvPr/>
        </p:nvPicPr>
        <p:blipFill>
          <a:blip r:embed="rId2"/>
          <a:stretch>
            <a:fillRect/>
          </a:stretch>
        </p:blipFill>
        <p:spPr>
          <a:xfrm>
            <a:off x="6337739" y="3563007"/>
            <a:ext cx="5854262" cy="3294993"/>
          </a:xfrm>
          <a:prstGeom prst="rect">
            <a:avLst/>
          </a:prstGeom>
        </p:spPr>
      </p:pic>
    </p:spTree>
    <p:extLst>
      <p:ext uri="{BB962C8B-B14F-4D97-AF65-F5344CB8AC3E}">
        <p14:creationId xmlns:p14="http://schemas.microsoft.com/office/powerpoint/2010/main" val="1962959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70D61-F5A5-C957-D872-974478F54E97}"/>
              </a:ext>
            </a:extLst>
          </p:cNvPr>
          <p:cNvSpPr>
            <a:spLocks noGrp="1"/>
          </p:cNvSpPr>
          <p:nvPr>
            <p:ph type="title"/>
          </p:nvPr>
        </p:nvSpPr>
        <p:spPr>
          <a:xfrm>
            <a:off x="1340070" y="431665"/>
            <a:ext cx="9979572" cy="435437"/>
          </a:xfrm>
        </p:spPr>
        <p:txBody>
          <a:bodyPr/>
          <a:lstStyle/>
          <a:p>
            <a:r>
              <a:rPr lang="en-US" sz="2800" dirty="0"/>
              <a:t>SWOT Analysis:</a:t>
            </a:r>
          </a:p>
        </p:txBody>
      </p:sp>
      <p:sp>
        <p:nvSpPr>
          <p:cNvPr id="5" name="Slide Number Placeholder 4">
            <a:extLst>
              <a:ext uri="{FF2B5EF4-FFF2-40B4-BE49-F238E27FC236}">
                <a16:creationId xmlns:a16="http://schemas.microsoft.com/office/drawing/2014/main" id="{F9BB7C9B-656F-CEB5-25AA-5200680D4FC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graphicFrame>
        <p:nvGraphicFramePr>
          <p:cNvPr id="6" name="Diagram 5">
            <a:extLst>
              <a:ext uri="{FF2B5EF4-FFF2-40B4-BE49-F238E27FC236}">
                <a16:creationId xmlns:a16="http://schemas.microsoft.com/office/drawing/2014/main" id="{1EAEBF0D-D144-6B1E-49E2-582000AC8C66}"/>
              </a:ext>
            </a:extLst>
          </p:cNvPr>
          <p:cNvGraphicFramePr/>
          <p:nvPr>
            <p:extLst>
              <p:ext uri="{D42A27DB-BD31-4B8C-83A1-F6EECF244321}">
                <p14:modId xmlns:p14="http://schemas.microsoft.com/office/powerpoint/2010/main" val="3322040857"/>
              </p:ext>
            </p:extLst>
          </p:nvPr>
        </p:nvGraphicFramePr>
        <p:xfrm>
          <a:off x="2032000" y="1072055"/>
          <a:ext cx="8128000" cy="50662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1" name="Graphic 20" descr="Chess pieces with solid fill">
            <a:extLst>
              <a:ext uri="{FF2B5EF4-FFF2-40B4-BE49-F238E27FC236}">
                <a16:creationId xmlns:a16="http://schemas.microsoft.com/office/drawing/2014/main" id="{A52A4F5C-D185-334B-6021-994BB26A6D4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7705" y="237795"/>
            <a:ext cx="629307" cy="629307"/>
          </a:xfrm>
          <a:prstGeom prst="rect">
            <a:avLst/>
          </a:prstGeom>
        </p:spPr>
      </p:pic>
    </p:spTree>
    <p:extLst>
      <p:ext uri="{BB962C8B-B14F-4D97-AF65-F5344CB8AC3E}">
        <p14:creationId xmlns:p14="http://schemas.microsoft.com/office/powerpoint/2010/main" val="4590722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F9AB7-7679-08D6-05C9-6E467F764D08}"/>
              </a:ext>
            </a:extLst>
          </p:cNvPr>
          <p:cNvSpPr>
            <a:spLocks noGrp="1"/>
          </p:cNvSpPr>
          <p:nvPr>
            <p:ph type="title"/>
          </p:nvPr>
        </p:nvSpPr>
        <p:spPr>
          <a:xfrm>
            <a:off x="1062776" y="441433"/>
            <a:ext cx="10698424" cy="911059"/>
          </a:xfrm>
        </p:spPr>
        <p:txBody>
          <a:bodyPr/>
          <a:lstStyle/>
          <a:p>
            <a:r>
              <a:rPr lang="en-US" sz="2800" dirty="0"/>
              <a:t>Customer insights:</a:t>
            </a:r>
          </a:p>
        </p:txBody>
      </p:sp>
      <p:sp>
        <p:nvSpPr>
          <p:cNvPr id="4" name="Text Placeholder 3">
            <a:extLst>
              <a:ext uri="{FF2B5EF4-FFF2-40B4-BE49-F238E27FC236}">
                <a16:creationId xmlns:a16="http://schemas.microsoft.com/office/drawing/2014/main" id="{3A29DE69-7FAE-D568-A0B1-58EFC96A7931}"/>
              </a:ext>
            </a:extLst>
          </p:cNvPr>
          <p:cNvSpPr>
            <a:spLocks noGrp="1"/>
          </p:cNvSpPr>
          <p:nvPr>
            <p:ph type="body" idx="1"/>
          </p:nvPr>
        </p:nvSpPr>
        <p:spPr/>
        <p:txBody>
          <a:bodyPr/>
          <a:lstStyle/>
          <a:p>
            <a:r>
              <a:rPr lang="en-US" dirty="0" err="1"/>
              <a:t>Nykaa</a:t>
            </a:r>
            <a:r>
              <a:rPr lang="en-US" dirty="0"/>
              <a:t> should prioritize exceptional customer service to drive growth.</a:t>
            </a:r>
          </a:p>
          <a:p>
            <a:endParaRPr lang="en-US" dirty="0"/>
          </a:p>
          <a:p>
            <a:r>
              <a:rPr lang="en-US" dirty="0"/>
              <a:t>Earning a customer loyalty requires consistently meeting or exceeding their expectations, promptly resolving queries and ensuring seamless issue resolution. Even with a wide range of desired products a superior customer service approach is vital  for repeat purchases</a:t>
            </a:r>
          </a:p>
        </p:txBody>
      </p:sp>
      <p:sp>
        <p:nvSpPr>
          <p:cNvPr id="5" name="Slide Number Placeholder 4">
            <a:extLst>
              <a:ext uri="{FF2B5EF4-FFF2-40B4-BE49-F238E27FC236}">
                <a16:creationId xmlns:a16="http://schemas.microsoft.com/office/drawing/2014/main" id="{55E8D4D0-C1C4-CE64-7022-EC9ADD36E9C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graphicFrame>
        <p:nvGraphicFramePr>
          <p:cNvPr id="8" name="Diagram 7">
            <a:extLst>
              <a:ext uri="{FF2B5EF4-FFF2-40B4-BE49-F238E27FC236}">
                <a16:creationId xmlns:a16="http://schemas.microsoft.com/office/drawing/2014/main" id="{17D03AC0-E402-49FF-A7A2-EB5C78578126}"/>
              </a:ext>
            </a:extLst>
          </p:cNvPr>
          <p:cNvGraphicFramePr/>
          <p:nvPr>
            <p:extLst>
              <p:ext uri="{D42A27DB-BD31-4B8C-83A1-F6EECF244321}">
                <p14:modId xmlns:p14="http://schemas.microsoft.com/office/powerpoint/2010/main" val="3961823807"/>
              </p:ext>
            </p:extLst>
          </p:nvPr>
        </p:nvGraphicFramePr>
        <p:xfrm>
          <a:off x="871727" y="441433"/>
          <a:ext cx="3337665" cy="51868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7" name="Graphic 26" descr="Telescope with solid fill">
            <a:extLst>
              <a:ext uri="{FF2B5EF4-FFF2-40B4-BE49-F238E27FC236}">
                <a16:creationId xmlns:a16="http://schemas.microsoft.com/office/drawing/2014/main" id="{EE7CE118-F1EF-0206-7023-48518B778EF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7096" y="233972"/>
            <a:ext cx="745680" cy="745680"/>
          </a:xfrm>
          <a:prstGeom prst="rect">
            <a:avLst/>
          </a:prstGeom>
        </p:spPr>
      </p:pic>
    </p:spTree>
    <p:extLst>
      <p:ext uri="{BB962C8B-B14F-4D97-AF65-F5344CB8AC3E}">
        <p14:creationId xmlns:p14="http://schemas.microsoft.com/office/powerpoint/2010/main" val="35412938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2C0B19-2808-BC42-F35C-143CE4CFD79B}"/>
              </a:ext>
            </a:extLst>
          </p:cNvPr>
          <p:cNvSpPr>
            <a:spLocks noGrp="1"/>
          </p:cNvSpPr>
          <p:nvPr>
            <p:ph type="body" idx="1"/>
          </p:nvPr>
        </p:nvSpPr>
        <p:spPr>
          <a:xfrm>
            <a:off x="6520902" y="1434727"/>
            <a:ext cx="4945884" cy="4479925"/>
          </a:xfrm>
        </p:spPr>
        <p:txBody>
          <a:bodyPr/>
          <a:lstStyle/>
          <a:p>
            <a:endParaRPr lang="en-US" dirty="0"/>
          </a:p>
          <a:p>
            <a:endParaRPr lang="en-US" dirty="0"/>
          </a:p>
          <a:p>
            <a:endParaRPr lang="en-US" dirty="0"/>
          </a:p>
          <a:p>
            <a:pPr marL="101600" indent="0">
              <a:buNone/>
            </a:pPr>
            <a:endParaRPr lang="en-US" dirty="0"/>
          </a:p>
          <a:p>
            <a:pPr marL="101600" indent="0">
              <a:buNone/>
            </a:pPr>
            <a:endParaRPr lang="en-US" dirty="0"/>
          </a:p>
          <a:p>
            <a:endParaRPr lang="en-US" b="1" dirty="0"/>
          </a:p>
        </p:txBody>
      </p:sp>
      <p:sp>
        <p:nvSpPr>
          <p:cNvPr id="5" name="Slide Number Placeholder 4">
            <a:extLst>
              <a:ext uri="{FF2B5EF4-FFF2-40B4-BE49-F238E27FC236}">
                <a16:creationId xmlns:a16="http://schemas.microsoft.com/office/drawing/2014/main" id="{6AFECE1B-5494-EC38-8E36-EDC6A4734A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graphicFrame>
        <p:nvGraphicFramePr>
          <p:cNvPr id="10" name="Diagram 9">
            <a:extLst>
              <a:ext uri="{FF2B5EF4-FFF2-40B4-BE49-F238E27FC236}">
                <a16:creationId xmlns:a16="http://schemas.microsoft.com/office/drawing/2014/main" id="{1628B35C-195F-2364-4C6B-66859CBA32DE}"/>
              </a:ext>
            </a:extLst>
          </p:cNvPr>
          <p:cNvGraphicFramePr/>
          <p:nvPr>
            <p:extLst>
              <p:ext uri="{D42A27DB-BD31-4B8C-83A1-F6EECF244321}">
                <p14:modId xmlns:p14="http://schemas.microsoft.com/office/powerpoint/2010/main" val="2006466038"/>
              </p:ext>
            </p:extLst>
          </p:nvPr>
        </p:nvGraphicFramePr>
        <p:xfrm>
          <a:off x="1102641" y="457200"/>
          <a:ext cx="5566174" cy="5681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Arrow: Left 12">
            <a:extLst>
              <a:ext uri="{FF2B5EF4-FFF2-40B4-BE49-F238E27FC236}">
                <a16:creationId xmlns:a16="http://schemas.microsoft.com/office/drawing/2014/main" id="{7B56A9A9-0063-6D1A-19D0-B5149A584892}"/>
              </a:ext>
            </a:extLst>
          </p:cNvPr>
          <p:cNvSpPr/>
          <p:nvPr/>
        </p:nvSpPr>
        <p:spPr>
          <a:xfrm>
            <a:off x="7267904" y="2049517"/>
            <a:ext cx="3702586" cy="1989228"/>
          </a:xfrm>
          <a:prstGeom prst="left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800" b="1" dirty="0"/>
              <a:t>Consumers are not pleased with </a:t>
            </a:r>
          </a:p>
          <a:p>
            <a:pPr algn="ctr"/>
            <a:endParaRPr lang="en-US" dirty="0"/>
          </a:p>
        </p:txBody>
      </p:sp>
    </p:spTree>
    <p:extLst>
      <p:ext uri="{BB962C8B-B14F-4D97-AF65-F5344CB8AC3E}">
        <p14:creationId xmlns:p14="http://schemas.microsoft.com/office/powerpoint/2010/main" val="116566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6"/>
          <p:cNvSpPr txBox="1">
            <a:spLocks noGrp="1"/>
          </p:cNvSpPr>
          <p:nvPr>
            <p:ph type="title"/>
          </p:nvPr>
        </p:nvSpPr>
        <p:spPr>
          <a:xfrm>
            <a:off x="841248" y="841248"/>
            <a:ext cx="10479024" cy="55778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F2F2F2"/>
              </a:buClr>
              <a:buSzPts val="2000"/>
              <a:buFont typeface="Arial"/>
              <a:buNone/>
            </a:pPr>
            <a:r>
              <a:rPr lang="en-US"/>
              <a:t>UNLOCKING NEW HORIZONS</a:t>
            </a:r>
            <a:br>
              <a:rPr lang="en-US"/>
            </a:br>
            <a:endParaRPr/>
          </a:p>
        </p:txBody>
      </p:sp>
      <p:sp>
        <p:nvSpPr>
          <p:cNvPr id="187" name="Google Shape;187;p6"/>
          <p:cNvSpPr txBox="1">
            <a:spLocks noGrp="1"/>
          </p:cNvSpPr>
          <p:nvPr>
            <p:ph type="body" idx="1"/>
          </p:nvPr>
        </p:nvSpPr>
        <p:spPr>
          <a:xfrm>
            <a:off x="841247" y="1536192"/>
            <a:ext cx="10479024" cy="2679192"/>
          </a:xfrm>
          <a:prstGeom prst="rect">
            <a:avLst/>
          </a:prstGeom>
          <a:noFill/>
          <a:ln>
            <a:noFill/>
          </a:ln>
        </p:spPr>
        <p:txBody>
          <a:bodyPr spcFirstLastPara="1" wrap="square" lIns="0" tIns="0" rIns="0" bIns="0" anchor="t" anchorCtr="0">
            <a:noAutofit/>
          </a:bodyPr>
          <a:lstStyle/>
          <a:p>
            <a:pPr marL="0" lvl="0" indent="0" algn="l" rtl="0">
              <a:lnSpc>
                <a:spcPct val="75000"/>
              </a:lnSpc>
              <a:spcBef>
                <a:spcPts val="0"/>
              </a:spcBef>
              <a:spcAft>
                <a:spcPts val="0"/>
              </a:spcAft>
              <a:buClr>
                <a:srgbClr val="F2F2F2"/>
              </a:buClr>
              <a:buSzPts val="6000"/>
              <a:buNone/>
            </a:pPr>
            <a:r>
              <a:rPr lang="en-US" dirty="0"/>
              <a:t>Market </a:t>
            </a:r>
            <a:br>
              <a:rPr lang="en-US" dirty="0"/>
            </a:br>
            <a:r>
              <a:rPr lang="en-US" dirty="0"/>
              <a:t>expansion</a:t>
            </a:r>
            <a:endParaRPr dirty="0"/>
          </a:p>
          <a:p>
            <a:pPr marL="0" lvl="0" indent="0" algn="l" rtl="0">
              <a:lnSpc>
                <a:spcPct val="75000"/>
              </a:lnSpc>
              <a:spcBef>
                <a:spcPts val="1800"/>
              </a:spcBef>
              <a:spcAft>
                <a:spcPts val="0"/>
              </a:spcAft>
              <a:buClr>
                <a:srgbClr val="F2F2F2"/>
              </a:buClr>
              <a:buSzPts val="6000"/>
              <a:buNone/>
            </a:pPr>
            <a:endParaRPr dirty="0"/>
          </a:p>
        </p:txBody>
      </p:sp>
      <p:pic>
        <p:nvPicPr>
          <p:cNvPr id="188" name="Google Shape;188;p6" descr="Chairs and umbrellas next to a pool"/>
          <p:cNvPicPr preferRelativeResize="0">
            <a:picLocks noGrp="1"/>
          </p:cNvPicPr>
          <p:nvPr>
            <p:ph type="pic" idx="2"/>
          </p:nvPr>
        </p:nvPicPr>
        <p:blipFill rotWithShape="1">
          <a:blip r:embed="rId3">
            <a:alphaModFix/>
          </a:blip>
          <a:srcRect l="9" r="8"/>
          <a:stretch/>
        </p:blipFill>
        <p:spPr>
          <a:xfrm>
            <a:off x="0" y="4462272"/>
            <a:ext cx="12188952" cy="2395728"/>
          </a:xfrm>
          <a:prstGeom prst="rect">
            <a:avLst/>
          </a:prstGeom>
          <a:solidFill>
            <a:srgbClr val="0F73EF"/>
          </a:solid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73D03-33C0-4DA2-A5BC-D39F36955EA3}"/>
              </a:ext>
            </a:extLst>
          </p:cNvPr>
          <p:cNvSpPr>
            <a:spLocks noGrp="1"/>
          </p:cNvSpPr>
          <p:nvPr>
            <p:ph type="title"/>
          </p:nvPr>
        </p:nvSpPr>
        <p:spPr>
          <a:xfrm>
            <a:off x="650606" y="369482"/>
            <a:ext cx="10406273" cy="969580"/>
          </a:xfrm>
        </p:spPr>
        <p:txBody>
          <a:bodyPr/>
          <a:lstStyle/>
          <a:p>
            <a:r>
              <a:rPr lang="en-US" sz="2800" dirty="0"/>
              <a:t>Recommendations:</a:t>
            </a:r>
          </a:p>
        </p:txBody>
      </p:sp>
      <p:sp>
        <p:nvSpPr>
          <p:cNvPr id="4" name="Text Placeholder 3">
            <a:extLst>
              <a:ext uri="{FF2B5EF4-FFF2-40B4-BE49-F238E27FC236}">
                <a16:creationId xmlns:a16="http://schemas.microsoft.com/office/drawing/2014/main" id="{DF346590-8772-B9E5-E761-F225F71BC6F5}"/>
              </a:ext>
            </a:extLst>
          </p:cNvPr>
          <p:cNvSpPr>
            <a:spLocks noGrp="1"/>
          </p:cNvSpPr>
          <p:nvPr>
            <p:ph type="body" idx="1"/>
          </p:nvPr>
        </p:nvSpPr>
        <p:spPr>
          <a:xfrm>
            <a:off x="204952" y="1150883"/>
            <a:ext cx="11745310" cy="5522539"/>
          </a:xfrm>
          <a:ln>
            <a:solidFill>
              <a:schemeClr val="bg2">
                <a:lumMod val="40000"/>
                <a:lumOff val="60000"/>
              </a:schemeClr>
            </a:solidFill>
          </a:ln>
          <a:effectLst>
            <a:reflection blurRad="6350" stA="52000" endA="300" endPos="35000" dir="5400000" sy="-100000" algn="bl" rotWithShape="0"/>
          </a:effectLst>
        </p:spPr>
        <p:txBody>
          <a:bodyPr/>
          <a:lstStyle/>
          <a:p>
            <a:pPr marL="101600" indent="0">
              <a:buNone/>
            </a:pPr>
            <a:r>
              <a:rPr lang="en-US" sz="2400" b="1" dirty="0"/>
              <a:t>1. </a:t>
            </a:r>
            <a:r>
              <a:rPr lang="en-US" sz="2400" b="1" u="sng" dirty="0"/>
              <a:t>Discounts:</a:t>
            </a:r>
          </a:p>
          <a:p>
            <a:pPr marL="101600" indent="0">
              <a:buNone/>
            </a:pPr>
            <a:endParaRPr lang="en-US" dirty="0"/>
          </a:p>
          <a:p>
            <a:pPr marL="101600" indent="0">
              <a:buNone/>
            </a:pPr>
            <a:r>
              <a:rPr lang="en-US" dirty="0"/>
              <a:t>If </a:t>
            </a:r>
            <a:r>
              <a:rPr lang="en-US" dirty="0" err="1"/>
              <a:t>Nykaa</a:t>
            </a:r>
            <a:r>
              <a:rPr lang="en-US" dirty="0"/>
              <a:t> starts providing better discounts on international brands it could give them a significant competitive edge and they would be unbeatable in the market. It will boost up the following:</a:t>
            </a:r>
          </a:p>
          <a:p>
            <a:pPr marL="101600" indent="0">
              <a:buNone/>
            </a:pPr>
            <a:endParaRPr lang="en-US" dirty="0"/>
          </a:p>
          <a:p>
            <a:pPr marL="101600" indent="0">
              <a:buNone/>
            </a:pPr>
            <a:endParaRPr lang="en-US" dirty="0"/>
          </a:p>
          <a:p>
            <a:pPr marL="101600" indent="0">
              <a:buNone/>
            </a:pPr>
            <a:endParaRPr lang="en-US" dirty="0"/>
          </a:p>
          <a:p>
            <a:pPr marL="101600" indent="0">
              <a:buNone/>
            </a:pPr>
            <a:endParaRPr lang="en-US" dirty="0"/>
          </a:p>
          <a:p>
            <a:pPr marL="101600" indent="0">
              <a:buNone/>
            </a:pPr>
            <a:endParaRPr lang="en-US" sz="2400" dirty="0"/>
          </a:p>
          <a:p>
            <a:pPr marL="101600" indent="0">
              <a:buNone/>
            </a:pPr>
            <a:r>
              <a:rPr lang="en-US" sz="2400" b="1" dirty="0"/>
              <a:t>2. </a:t>
            </a:r>
            <a:r>
              <a:rPr lang="en-US" sz="2400" b="1" u="sng" dirty="0"/>
              <a:t>Multi purpose products:</a:t>
            </a:r>
          </a:p>
          <a:p>
            <a:pPr marL="101600" indent="0">
              <a:buNone/>
            </a:pPr>
            <a:endParaRPr lang="en-US" dirty="0"/>
          </a:p>
          <a:p>
            <a:pPr marL="101600" indent="0">
              <a:buNone/>
            </a:pPr>
            <a:r>
              <a:rPr lang="en-US" dirty="0" err="1"/>
              <a:t>Nykaa</a:t>
            </a:r>
            <a:r>
              <a:rPr lang="en-US" dirty="0"/>
              <a:t> should develop 2-in-1 products which will ease the modern consumer`s busy lifestyle. Multi purpose products can simplify self care routines and driving customer’s convenience and has following benefits: </a:t>
            </a:r>
          </a:p>
          <a:p>
            <a:pPr marL="101600" indent="0">
              <a:buNone/>
            </a:pPr>
            <a:r>
              <a:rPr lang="en-US" dirty="0"/>
              <a:t>. </a:t>
            </a:r>
          </a:p>
        </p:txBody>
      </p:sp>
      <p:sp>
        <p:nvSpPr>
          <p:cNvPr id="5" name="Slide Number Placeholder 4">
            <a:extLst>
              <a:ext uri="{FF2B5EF4-FFF2-40B4-BE49-F238E27FC236}">
                <a16:creationId xmlns:a16="http://schemas.microsoft.com/office/drawing/2014/main" id="{AE24DE27-5793-4266-5EC4-C1C96272DA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graphicFrame>
        <p:nvGraphicFramePr>
          <p:cNvPr id="30" name="Diagram 29">
            <a:extLst>
              <a:ext uri="{FF2B5EF4-FFF2-40B4-BE49-F238E27FC236}">
                <a16:creationId xmlns:a16="http://schemas.microsoft.com/office/drawing/2014/main" id="{57FE30EA-13A5-E472-4288-4083E0513F81}"/>
              </a:ext>
            </a:extLst>
          </p:cNvPr>
          <p:cNvGraphicFramePr/>
          <p:nvPr>
            <p:extLst>
              <p:ext uri="{D42A27DB-BD31-4B8C-83A1-F6EECF244321}">
                <p14:modId xmlns:p14="http://schemas.microsoft.com/office/powerpoint/2010/main" val="3601297438"/>
              </p:ext>
            </p:extLst>
          </p:nvPr>
        </p:nvGraphicFramePr>
        <p:xfrm>
          <a:off x="1675767" y="2496821"/>
          <a:ext cx="7483999" cy="9695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3" name="Diagram 32">
            <a:extLst>
              <a:ext uri="{FF2B5EF4-FFF2-40B4-BE49-F238E27FC236}">
                <a16:creationId xmlns:a16="http://schemas.microsoft.com/office/drawing/2014/main" id="{0B25AB52-F104-7371-0049-5170C691AD09}"/>
              </a:ext>
            </a:extLst>
          </p:cNvPr>
          <p:cNvGraphicFramePr/>
          <p:nvPr>
            <p:extLst>
              <p:ext uri="{D42A27DB-BD31-4B8C-83A1-F6EECF244321}">
                <p14:modId xmlns:p14="http://schemas.microsoft.com/office/powerpoint/2010/main" val="3675828033"/>
              </p:ext>
            </p:extLst>
          </p:nvPr>
        </p:nvGraphicFramePr>
        <p:xfrm>
          <a:off x="1402498" y="5060730"/>
          <a:ext cx="8056812" cy="9695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5" name="Graphic 34" descr="Bar chart with solid fill">
            <a:extLst>
              <a:ext uri="{FF2B5EF4-FFF2-40B4-BE49-F238E27FC236}">
                <a16:creationId xmlns:a16="http://schemas.microsoft.com/office/drawing/2014/main" id="{8F02F2F6-F5A5-E618-D9FA-71866201CB0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8827" y="282493"/>
            <a:ext cx="571779" cy="571779"/>
          </a:xfrm>
          <a:prstGeom prst="rect">
            <a:avLst/>
          </a:prstGeom>
        </p:spPr>
      </p:pic>
    </p:spTree>
    <p:extLst>
      <p:ext uri="{BB962C8B-B14F-4D97-AF65-F5344CB8AC3E}">
        <p14:creationId xmlns:p14="http://schemas.microsoft.com/office/powerpoint/2010/main" val="2021482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D80B784-AF58-9B34-F7B3-EC6408023E21}"/>
              </a:ext>
            </a:extLst>
          </p:cNvPr>
          <p:cNvSpPr>
            <a:spLocks noGrp="1"/>
          </p:cNvSpPr>
          <p:nvPr>
            <p:ph type="body" idx="1"/>
          </p:nvPr>
        </p:nvSpPr>
        <p:spPr>
          <a:xfrm>
            <a:off x="841246" y="1379460"/>
            <a:ext cx="10793705" cy="1866663"/>
          </a:xfrm>
        </p:spPr>
        <p:txBody>
          <a:bodyPr/>
          <a:lstStyle/>
          <a:p>
            <a:r>
              <a:rPr lang="en-US" dirty="0"/>
              <a:t>Technology Utilization</a:t>
            </a:r>
          </a:p>
        </p:txBody>
      </p:sp>
      <p:sp>
        <p:nvSpPr>
          <p:cNvPr id="4" name="Picture Placeholder 3">
            <a:extLst>
              <a:ext uri="{FF2B5EF4-FFF2-40B4-BE49-F238E27FC236}">
                <a16:creationId xmlns:a16="http://schemas.microsoft.com/office/drawing/2014/main" id="{571DCA9C-70E3-31A9-A28F-EFBE263F74B0}"/>
              </a:ext>
            </a:extLst>
          </p:cNvPr>
          <p:cNvSpPr>
            <a:spLocks noGrp="1"/>
          </p:cNvSpPr>
          <p:nvPr>
            <p:ph type="pic" idx="2"/>
          </p:nvPr>
        </p:nvSpPr>
        <p:spPr>
          <a:xfrm flipV="1">
            <a:off x="0" y="6857999"/>
            <a:ext cx="12188952" cy="45719"/>
          </a:xfrm>
        </p:spPr>
        <p:txBody>
          <a:bodyPr/>
          <a:lstStyle/>
          <a:p>
            <a:endParaRPr lang="en-US"/>
          </a:p>
        </p:txBody>
      </p:sp>
      <p:pic>
        <p:nvPicPr>
          <p:cNvPr id="6" name="Picture 5">
            <a:extLst>
              <a:ext uri="{FF2B5EF4-FFF2-40B4-BE49-F238E27FC236}">
                <a16:creationId xmlns:a16="http://schemas.microsoft.com/office/drawing/2014/main" id="{24671341-1619-FCA0-AFFF-1D8E2172FB71}"/>
              </a:ext>
            </a:extLst>
          </p:cNvPr>
          <p:cNvPicPr>
            <a:picLocks noChangeAspect="1"/>
          </p:cNvPicPr>
          <p:nvPr/>
        </p:nvPicPr>
        <p:blipFill>
          <a:blip r:embed="rId2"/>
          <a:stretch>
            <a:fillRect/>
          </a:stretch>
        </p:blipFill>
        <p:spPr>
          <a:xfrm>
            <a:off x="4657841" y="2995448"/>
            <a:ext cx="7531111" cy="3851416"/>
          </a:xfrm>
          <a:prstGeom prst="rect">
            <a:avLst/>
          </a:prstGeom>
        </p:spPr>
      </p:pic>
    </p:spTree>
    <p:extLst>
      <p:ext uri="{BB962C8B-B14F-4D97-AF65-F5344CB8AC3E}">
        <p14:creationId xmlns:p14="http://schemas.microsoft.com/office/powerpoint/2010/main" val="1310911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8FBC0-79CD-4C78-450D-41373CD2030A}"/>
              </a:ext>
            </a:extLst>
          </p:cNvPr>
          <p:cNvSpPr>
            <a:spLocks noGrp="1"/>
          </p:cNvSpPr>
          <p:nvPr>
            <p:ph type="title"/>
          </p:nvPr>
        </p:nvSpPr>
        <p:spPr>
          <a:xfrm>
            <a:off x="4764024" y="841248"/>
            <a:ext cx="6556248" cy="557784"/>
          </a:xfrm>
        </p:spPr>
        <p:txBody>
          <a:bodyPr wrap="square" anchor="t">
            <a:normAutofit/>
          </a:bodyPr>
          <a:lstStyle/>
          <a:p>
            <a:r>
              <a:rPr lang="en-US" sz="2800" dirty="0"/>
              <a:t>Technology utilization-</a:t>
            </a:r>
          </a:p>
        </p:txBody>
      </p:sp>
      <p:pic>
        <p:nvPicPr>
          <p:cNvPr id="12" name="Picture 11">
            <a:extLst>
              <a:ext uri="{FF2B5EF4-FFF2-40B4-BE49-F238E27FC236}">
                <a16:creationId xmlns:a16="http://schemas.microsoft.com/office/drawing/2014/main" id="{AD9E0673-C4B4-0FD9-07B0-13F4D58CA41C}"/>
              </a:ext>
            </a:extLst>
          </p:cNvPr>
          <p:cNvPicPr>
            <a:picLocks noChangeAspect="1"/>
          </p:cNvPicPr>
          <p:nvPr/>
        </p:nvPicPr>
        <p:blipFill>
          <a:blip r:embed="rId2"/>
          <a:stretch>
            <a:fillRect/>
          </a:stretch>
        </p:blipFill>
        <p:spPr>
          <a:xfrm>
            <a:off x="362607" y="1399032"/>
            <a:ext cx="3785616" cy="4355381"/>
          </a:xfrm>
          <a:prstGeom prst="rect">
            <a:avLst/>
          </a:prstGeom>
          <a:ln>
            <a:noFill/>
          </a:ln>
          <a:effectLst>
            <a:outerShdw blurRad="292100" dist="139700" dir="2700000" algn="tl" rotWithShape="0">
              <a:srgbClr val="333333">
                <a:alpha val="65000"/>
              </a:srgbClr>
            </a:outerShdw>
          </a:effectLst>
        </p:spPr>
      </p:pic>
      <p:sp>
        <p:nvSpPr>
          <p:cNvPr id="4" name="Text Placeholder 3">
            <a:extLst>
              <a:ext uri="{FF2B5EF4-FFF2-40B4-BE49-F238E27FC236}">
                <a16:creationId xmlns:a16="http://schemas.microsoft.com/office/drawing/2014/main" id="{39CBFBD4-DCB2-EBC8-8A9D-42647A8930D0}"/>
              </a:ext>
            </a:extLst>
          </p:cNvPr>
          <p:cNvSpPr>
            <a:spLocks noGrp="1"/>
          </p:cNvSpPr>
          <p:nvPr>
            <p:ph type="body" idx="1"/>
          </p:nvPr>
        </p:nvSpPr>
        <p:spPr>
          <a:xfrm>
            <a:off x="4764023" y="1536827"/>
            <a:ext cx="6997177" cy="4479925"/>
          </a:xfrm>
        </p:spPr>
        <p:txBody>
          <a:bodyPr wrap="square" anchor="t">
            <a:normAutofit/>
          </a:bodyPr>
          <a:lstStyle/>
          <a:p>
            <a:pPr>
              <a:spcAft>
                <a:spcPts val="600"/>
              </a:spcAft>
            </a:pPr>
            <a:r>
              <a:rPr lang="en-US" dirty="0" err="1"/>
              <a:t>Nykaa</a:t>
            </a:r>
            <a:r>
              <a:rPr lang="en-US" dirty="0"/>
              <a:t> has invested in technology to improve its e-commerce platform which include artificial intelligence features tools for virtual try-ons.</a:t>
            </a:r>
          </a:p>
          <a:p>
            <a:pPr>
              <a:spcAft>
                <a:spcPts val="600"/>
              </a:spcAft>
            </a:pPr>
            <a:endParaRPr lang="en-US" dirty="0"/>
          </a:p>
          <a:p>
            <a:pPr>
              <a:spcAft>
                <a:spcPts val="600"/>
              </a:spcAft>
            </a:pPr>
            <a:r>
              <a:rPr lang="en-US" dirty="0" err="1"/>
              <a:t>Also,it</a:t>
            </a:r>
            <a:r>
              <a:rPr lang="en-US" dirty="0"/>
              <a:t> using one of the important technology which is SEO (Search Engine Optimization) it helps to improve the online visibility and drive organic traffic to its website</a:t>
            </a:r>
          </a:p>
          <a:p>
            <a:pPr>
              <a:spcAft>
                <a:spcPts val="600"/>
              </a:spcAft>
            </a:pPr>
            <a:endParaRPr lang="en-US" dirty="0"/>
          </a:p>
          <a:p>
            <a:pPr>
              <a:spcAft>
                <a:spcPts val="600"/>
              </a:spcAft>
            </a:pPr>
            <a:r>
              <a:rPr lang="en-US" dirty="0"/>
              <a:t>XML sitemap and robots.txt: </a:t>
            </a:r>
            <a:r>
              <a:rPr lang="en-US" dirty="0" err="1"/>
              <a:t>Nykaa</a:t>
            </a:r>
            <a:r>
              <a:rPr lang="en-US" dirty="0"/>
              <a:t> website has properly configured XML sitemap and robots.txt file helping search engines understands the structure and content</a:t>
            </a:r>
          </a:p>
          <a:p>
            <a:pPr>
              <a:spcAft>
                <a:spcPts val="600"/>
              </a:spcAft>
            </a:pPr>
            <a:endParaRPr lang="en-US" dirty="0"/>
          </a:p>
        </p:txBody>
      </p:sp>
      <p:sp>
        <p:nvSpPr>
          <p:cNvPr id="5" name="Slide Number Placeholder 4">
            <a:extLst>
              <a:ext uri="{FF2B5EF4-FFF2-40B4-BE49-F238E27FC236}">
                <a16:creationId xmlns:a16="http://schemas.microsoft.com/office/drawing/2014/main" id="{B1FFD624-1A71-F1DC-3E03-CDC72DE93812}"/>
              </a:ext>
            </a:extLst>
          </p:cNvPr>
          <p:cNvSpPr>
            <a:spLocks noGrp="1"/>
          </p:cNvSpPr>
          <p:nvPr>
            <p:ph type="sldNum" idx="12"/>
          </p:nvPr>
        </p:nvSpPr>
        <p:spPr>
          <a:xfrm>
            <a:off x="10917936" y="6385422"/>
            <a:ext cx="843264" cy="288000"/>
          </a:xfrm>
        </p:spPr>
        <p:txBody>
          <a:bodyPr wrap="square" anchor="ctr">
            <a:normAutofit/>
          </a:bodyPr>
          <a:lstStyle/>
          <a:p>
            <a:pPr marL="0" lvl="0" indent="0" rtl="0">
              <a:spcBef>
                <a:spcPts val="0"/>
              </a:spcBef>
              <a:spcAft>
                <a:spcPts val="600"/>
              </a:spcAft>
              <a:buNone/>
            </a:pPr>
            <a:fld id="{00000000-1234-1234-1234-123412341234}" type="slidenum">
              <a:rPr lang="en-US" smtClean="0"/>
              <a:pPr marL="0" lvl="0" indent="0" rtl="0">
                <a:spcBef>
                  <a:spcPts val="0"/>
                </a:spcBef>
                <a:spcAft>
                  <a:spcPts val="600"/>
                </a:spcAft>
                <a:buNone/>
              </a:pPr>
              <a:t>16</a:t>
            </a:fld>
            <a:endParaRPr lang="en-US"/>
          </a:p>
        </p:txBody>
      </p:sp>
      <p:pic>
        <p:nvPicPr>
          <p:cNvPr id="14" name="Graphic 13" descr="Uranus with solid fill">
            <a:extLst>
              <a:ext uri="{FF2B5EF4-FFF2-40B4-BE49-F238E27FC236}">
                <a16:creationId xmlns:a16="http://schemas.microsoft.com/office/drawing/2014/main" id="{48DC11F0-042B-B652-6792-333C47091D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217499" y="591992"/>
            <a:ext cx="576166" cy="576166"/>
          </a:xfrm>
          <a:prstGeom prst="rect">
            <a:avLst/>
          </a:prstGeom>
        </p:spPr>
      </p:pic>
    </p:spTree>
    <p:extLst>
      <p:ext uri="{BB962C8B-B14F-4D97-AF65-F5344CB8AC3E}">
        <p14:creationId xmlns:p14="http://schemas.microsoft.com/office/powerpoint/2010/main" val="3227805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BD7E6-5B45-1DB2-D79D-9FE30F8FE3C6}"/>
              </a:ext>
            </a:extLst>
          </p:cNvPr>
          <p:cNvSpPr>
            <a:spLocks noGrp="1"/>
          </p:cNvSpPr>
          <p:nvPr>
            <p:ph type="title"/>
          </p:nvPr>
        </p:nvSpPr>
        <p:spPr>
          <a:xfrm>
            <a:off x="818557" y="562356"/>
            <a:ext cx="6556248" cy="557784"/>
          </a:xfrm>
        </p:spPr>
        <p:txBody>
          <a:bodyPr/>
          <a:lstStyle/>
          <a:p>
            <a:r>
              <a:rPr lang="en-US" sz="3200" dirty="0"/>
              <a:t>Conclusion:</a:t>
            </a:r>
          </a:p>
        </p:txBody>
      </p:sp>
      <p:sp>
        <p:nvSpPr>
          <p:cNvPr id="4" name="Text Placeholder 3">
            <a:extLst>
              <a:ext uri="{FF2B5EF4-FFF2-40B4-BE49-F238E27FC236}">
                <a16:creationId xmlns:a16="http://schemas.microsoft.com/office/drawing/2014/main" id="{43DBB2BC-9E17-3D6C-CE3D-6A8E64E86816}"/>
              </a:ext>
            </a:extLst>
          </p:cNvPr>
          <p:cNvSpPr>
            <a:spLocks noGrp="1"/>
          </p:cNvSpPr>
          <p:nvPr>
            <p:ph type="body" idx="1"/>
          </p:nvPr>
        </p:nvSpPr>
        <p:spPr>
          <a:xfrm>
            <a:off x="541867" y="1524000"/>
            <a:ext cx="10797701" cy="4492752"/>
          </a:xfrm>
        </p:spPr>
        <p:txBody>
          <a:bodyPr>
            <a:normAutofit/>
          </a:bodyPr>
          <a:lstStyle/>
          <a:p>
            <a:pPr marL="101600" indent="0">
              <a:buNone/>
            </a:pPr>
            <a:r>
              <a:rPr lang="en-US" sz="2800" b="0" i="0" dirty="0" err="1">
                <a:solidFill>
                  <a:srgbClr val="222222"/>
                </a:solidFill>
                <a:effectLst/>
                <a:latin typeface="Arial" panose="020B0604020202020204" pitchFamily="34" charset="0"/>
              </a:rPr>
              <a:t>Nykaa</a:t>
            </a:r>
            <a:r>
              <a:rPr lang="en-US" sz="2800" b="0" i="0" dirty="0">
                <a:solidFill>
                  <a:srgbClr val="222222"/>
                </a:solidFill>
                <a:effectLst/>
                <a:latin typeface="Arial" panose="020B0604020202020204" pitchFamily="34" charset="0"/>
              </a:rPr>
              <a:t> is a leading e-commerce platform that offers a comprehensive range of beauty, wellness, and fashion products, providing a one-stop-shop experience for its customers. While </a:t>
            </a:r>
            <a:r>
              <a:rPr lang="en-US" sz="2800" b="0" i="0" dirty="0" err="1">
                <a:solidFill>
                  <a:srgbClr val="222222"/>
                </a:solidFill>
                <a:effectLst/>
                <a:latin typeface="Arial" panose="020B0604020202020204" pitchFamily="34" charset="0"/>
              </a:rPr>
              <a:t>Nykaa</a:t>
            </a:r>
            <a:r>
              <a:rPr lang="en-US" sz="2800" b="0" i="0" dirty="0">
                <a:solidFill>
                  <a:srgbClr val="222222"/>
                </a:solidFill>
                <a:effectLst/>
                <a:latin typeface="Arial" panose="020B0604020202020204" pitchFamily="34" charset="0"/>
              </a:rPr>
              <a:t> has a promising future and present prospects, it must focus on optimizing its cost structure by streamlining internal operations, ultimately making its products more affordable for a broader customer base.</a:t>
            </a:r>
            <a:endParaRPr lang="en-US" sz="2800" dirty="0"/>
          </a:p>
        </p:txBody>
      </p:sp>
      <p:sp>
        <p:nvSpPr>
          <p:cNvPr id="5" name="Slide Number Placeholder 4">
            <a:extLst>
              <a:ext uri="{FF2B5EF4-FFF2-40B4-BE49-F238E27FC236}">
                <a16:creationId xmlns:a16="http://schemas.microsoft.com/office/drawing/2014/main" id="{2A1BDEF6-ED75-82A4-609F-37B13E3807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2979932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21"/>
          <p:cNvSpPr txBox="1">
            <a:spLocks noGrp="1"/>
          </p:cNvSpPr>
          <p:nvPr>
            <p:ph type="title"/>
          </p:nvPr>
        </p:nvSpPr>
        <p:spPr>
          <a:xfrm>
            <a:off x="841242" y="1371599"/>
            <a:ext cx="10831047" cy="1371601"/>
          </a:xfrm>
          <a:prstGeom prst="rect">
            <a:avLst/>
          </a:prstGeom>
          <a:noFill/>
          <a:ln>
            <a:noFill/>
          </a:ln>
        </p:spPr>
        <p:txBody>
          <a:bodyPr spcFirstLastPara="1" wrap="square" lIns="0" tIns="0" rIns="0" bIns="0" anchor="t" anchorCtr="0">
            <a:noAutofit/>
          </a:bodyPr>
          <a:lstStyle/>
          <a:p>
            <a:pPr marL="0" lvl="0" indent="0" algn="l" rtl="0">
              <a:lnSpc>
                <a:spcPct val="75000"/>
              </a:lnSpc>
              <a:spcBef>
                <a:spcPts val="0"/>
              </a:spcBef>
              <a:spcAft>
                <a:spcPts val="0"/>
              </a:spcAft>
              <a:buClr>
                <a:schemeClr val="lt1"/>
              </a:buClr>
              <a:buSzPts val="8000"/>
              <a:buFont typeface="Arial"/>
              <a:buNone/>
            </a:pPr>
            <a:r>
              <a:rPr lang="en-US" dirty="0"/>
              <a:t>Thank you</a:t>
            </a:r>
            <a:endParaRPr dirty="0"/>
          </a:p>
        </p:txBody>
      </p:sp>
      <p:sp>
        <p:nvSpPr>
          <p:cNvPr id="330" name="Google Shape;330;p21"/>
          <p:cNvSpPr txBox="1">
            <a:spLocks noGrp="1"/>
          </p:cNvSpPr>
          <p:nvPr>
            <p:ph type="body" idx="1"/>
          </p:nvPr>
        </p:nvSpPr>
        <p:spPr>
          <a:xfrm>
            <a:off x="504497" y="2963918"/>
            <a:ext cx="10831047" cy="3344782"/>
          </a:xfrm>
          <a:prstGeom prst="rect">
            <a:avLst/>
          </a:prstGeom>
          <a:noFill/>
          <a:ln>
            <a:noFill/>
          </a:ln>
        </p:spPr>
        <p:txBody>
          <a:bodyPr spcFirstLastPara="1" wrap="square" lIns="0" tIns="0" rIns="0" bIns="0" anchor="t" anchorCtr="0">
            <a:noAutofit/>
          </a:bodyPr>
          <a:lstStyle/>
          <a:p>
            <a:pPr marL="0" lvl="0" indent="0" algn="l" rtl="0">
              <a:lnSpc>
                <a:spcPct val="130000"/>
              </a:lnSpc>
              <a:spcBef>
                <a:spcPts val="0"/>
              </a:spcBef>
              <a:spcAft>
                <a:spcPts val="0"/>
              </a:spcAft>
              <a:buClr>
                <a:schemeClr val="lt1"/>
              </a:buClr>
              <a:buSzPts val="1500"/>
              <a:buNone/>
            </a:pPr>
            <a:r>
              <a:rPr lang="en-US" dirty="0"/>
              <a:t>REFERENCES</a:t>
            </a:r>
            <a:br>
              <a:rPr lang="en-US" dirty="0"/>
            </a:br>
            <a:r>
              <a:rPr lang="en-US" dirty="0"/>
              <a:t>- LIST OF SOURCES USED FOR DATA AND ANALYSIS</a:t>
            </a:r>
          </a:p>
          <a:p>
            <a:pPr marL="0" lvl="0" indent="0" algn="l" rtl="0">
              <a:lnSpc>
                <a:spcPct val="130000"/>
              </a:lnSpc>
              <a:spcBef>
                <a:spcPts val="0"/>
              </a:spcBef>
              <a:spcAft>
                <a:spcPts val="0"/>
              </a:spcAft>
              <a:buClr>
                <a:schemeClr val="lt1"/>
              </a:buClr>
              <a:buSzPts val="1500"/>
              <a:buNone/>
            </a:pPr>
            <a:endParaRPr lang="en-US" dirty="0"/>
          </a:p>
          <a:p>
            <a:pPr marL="0" lvl="0" indent="0" algn="l" rtl="0">
              <a:lnSpc>
                <a:spcPct val="130000"/>
              </a:lnSpc>
              <a:spcBef>
                <a:spcPts val="0"/>
              </a:spcBef>
              <a:spcAft>
                <a:spcPts val="0"/>
              </a:spcAft>
              <a:buClr>
                <a:schemeClr val="lt1"/>
              </a:buClr>
              <a:buSzPts val="1500"/>
              <a:buNone/>
            </a:pPr>
            <a:r>
              <a:rPr lang="en-US" dirty="0">
                <a:solidFill>
                  <a:schemeClr val="bg1"/>
                </a:solidFill>
                <a:hlinkClick r:id="rId3">
                  <a:extLst>
                    <a:ext uri="{A12FA001-AC4F-418D-AE19-62706E023703}">
                      <ahyp:hlinkClr xmlns:ahyp="http://schemas.microsoft.com/office/drawing/2018/hyperlinkcolor" val="tx"/>
                    </a:ext>
                  </a:extLst>
                </a:hlinkClick>
              </a:rPr>
              <a:t>https://www.nykaa.com/</a:t>
            </a:r>
            <a:endParaRPr lang="en-US" dirty="0">
              <a:solidFill>
                <a:schemeClr val="bg1"/>
              </a:solidFill>
            </a:endParaRPr>
          </a:p>
          <a:p>
            <a:pPr marL="0" lvl="0" indent="0" algn="l" rtl="0">
              <a:lnSpc>
                <a:spcPct val="130000"/>
              </a:lnSpc>
              <a:spcBef>
                <a:spcPts val="0"/>
              </a:spcBef>
              <a:spcAft>
                <a:spcPts val="0"/>
              </a:spcAft>
              <a:buClr>
                <a:schemeClr val="lt1"/>
              </a:buClr>
              <a:buSzPts val="1500"/>
              <a:buNone/>
            </a:pPr>
            <a:r>
              <a:rPr lang="en-US" dirty="0">
                <a:solidFill>
                  <a:schemeClr val="bg1"/>
                </a:solidFill>
                <a:hlinkClick r:id="rId4">
                  <a:extLst>
                    <a:ext uri="{A12FA001-AC4F-418D-AE19-62706E023703}">
                      <ahyp:hlinkClr xmlns:ahyp="http://schemas.microsoft.com/office/drawing/2018/hyperlinkcolor" val="tx"/>
                    </a:ext>
                  </a:extLst>
                </a:hlinkClick>
              </a:rPr>
              <a:t>https://www.youtube.com/watch?v=r9TVX7inJc0</a:t>
            </a:r>
            <a:endParaRPr lang="en-US" dirty="0">
              <a:solidFill>
                <a:schemeClr val="bg1"/>
              </a:solidFill>
            </a:endParaRPr>
          </a:p>
          <a:p>
            <a:pPr marL="0" lvl="0" indent="0" algn="l" rtl="0">
              <a:lnSpc>
                <a:spcPct val="130000"/>
              </a:lnSpc>
              <a:spcBef>
                <a:spcPts val="0"/>
              </a:spcBef>
              <a:spcAft>
                <a:spcPts val="0"/>
              </a:spcAft>
              <a:buClr>
                <a:schemeClr val="lt1"/>
              </a:buClr>
              <a:buSzPts val="1500"/>
              <a:buNone/>
            </a:pPr>
            <a:r>
              <a:rPr lang="en-US" dirty="0">
                <a:solidFill>
                  <a:schemeClr val="bg1"/>
                </a:solidFill>
                <a:hlinkClick r:id="rId5">
                  <a:extLst>
                    <a:ext uri="{A12FA001-AC4F-418D-AE19-62706E023703}">
                      <ahyp:hlinkClr xmlns:ahyp="http://schemas.microsoft.com/office/drawing/2018/hyperlinkcolor" val="tx"/>
                    </a:ext>
                  </a:extLst>
                </a:hlinkClick>
              </a:rPr>
              <a:t>https://finshiksha.com/company-simplified-nykaa/</a:t>
            </a:r>
            <a:endParaRPr lang="en-US" dirty="0">
              <a:solidFill>
                <a:schemeClr val="bg1"/>
              </a:solidFill>
            </a:endParaRPr>
          </a:p>
          <a:p>
            <a:pPr marL="0" lvl="0" indent="0" algn="l" rtl="0">
              <a:lnSpc>
                <a:spcPct val="130000"/>
              </a:lnSpc>
              <a:spcBef>
                <a:spcPts val="0"/>
              </a:spcBef>
              <a:spcAft>
                <a:spcPts val="0"/>
              </a:spcAft>
              <a:buClr>
                <a:schemeClr val="lt1"/>
              </a:buClr>
              <a:buSzPts val="1500"/>
              <a:buNone/>
            </a:pPr>
            <a:r>
              <a:rPr lang="en-US" dirty="0">
                <a:solidFill>
                  <a:schemeClr val="bg1"/>
                </a:solidFill>
                <a:hlinkClick r:id="rId6">
                  <a:extLst>
                    <a:ext uri="{A12FA001-AC4F-418D-AE19-62706E023703}">
                      <ahyp:hlinkClr xmlns:ahyp="http://schemas.microsoft.com/office/drawing/2018/hyperlinkcolor" val="tx"/>
                    </a:ext>
                  </a:extLst>
                </a:hlinkClick>
              </a:rPr>
              <a:t>https://www.equitymaster.com/research-it/annual-results-analysis/NYKAA/NYKAA-2022-23-Annual-Report-Analysis/5389</a:t>
            </a:r>
            <a:endParaRPr lang="en-US" dirty="0">
              <a:solidFill>
                <a:schemeClr val="bg1"/>
              </a:solidFill>
            </a:endParaRPr>
          </a:p>
          <a:p>
            <a:pPr marL="0" lvl="0" indent="0" algn="l" rtl="0">
              <a:lnSpc>
                <a:spcPct val="130000"/>
              </a:lnSpc>
              <a:spcBef>
                <a:spcPts val="0"/>
              </a:spcBef>
              <a:spcAft>
                <a:spcPts val="0"/>
              </a:spcAft>
              <a:buClr>
                <a:schemeClr val="lt1"/>
              </a:buClr>
              <a:buSzPts val="1500"/>
              <a:buNone/>
            </a:pPr>
            <a:endParaRPr dirty="0">
              <a:solidFill>
                <a:schemeClr val="bg1"/>
              </a:solidFill>
            </a:endParaRPr>
          </a:p>
        </p:txBody>
      </p:sp>
    </p:spTree>
  </p:cSld>
  <p:clrMapOvr>
    <a:masterClrMapping/>
  </p:clrMapOvr>
</p:sld>
</file>

<file path=ppt/theme/theme1.xml><?xml version="1.0" encoding="utf-8"?>
<a:theme xmlns:a="http://schemas.openxmlformats.org/drawingml/2006/main" name="Custom">
  <a:themeElements>
    <a:clrScheme name="TM66835393">
      <a:dk1>
        <a:srgbClr val="000000"/>
      </a:dk1>
      <a:lt1>
        <a:srgbClr val="FFFFFF"/>
      </a:lt1>
      <a:dk2>
        <a:srgbClr val="44546A"/>
      </a:dk2>
      <a:lt2>
        <a:srgbClr val="E7E6E6"/>
      </a:lt2>
      <a:accent1>
        <a:srgbClr val="55BC7E"/>
      </a:accent1>
      <a:accent2>
        <a:srgbClr val="FFC330"/>
      </a:accent2>
      <a:accent3>
        <a:srgbClr val="BE80FF"/>
      </a:accent3>
      <a:accent4>
        <a:srgbClr val="FF8345"/>
      </a:accent4>
      <a:accent5>
        <a:srgbClr val="FF70BF"/>
      </a:accent5>
      <a:accent6>
        <a:srgbClr val="60A2F5"/>
      </a:accent6>
      <a:hlink>
        <a:srgbClr val="5C4EDC"/>
      </a:hlink>
      <a:folHlink>
        <a:srgbClr val="7FC5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410</TotalTime>
  <Words>898</Words>
  <Application>Microsoft Office PowerPoint</Application>
  <PresentationFormat>Widescreen</PresentationFormat>
  <Paragraphs>158</Paragraphs>
  <Slides>18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Lobster</vt:lpstr>
      <vt:lpstr>EB Garamond</vt:lpstr>
      <vt:lpstr>Calibri</vt:lpstr>
      <vt:lpstr>Custom</vt:lpstr>
      <vt:lpstr>PowerPoint Presentation</vt:lpstr>
      <vt:lpstr>AGENDA</vt:lpstr>
      <vt:lpstr>OVERVIEW</vt:lpstr>
      <vt:lpstr>Financial Snapshot:</vt:lpstr>
      <vt:lpstr>PowerPoint Presentation</vt:lpstr>
      <vt:lpstr>PowerPoint Presentation</vt:lpstr>
      <vt:lpstr>MARKETING STRATEGIES</vt:lpstr>
      <vt:lpstr>COMPETITORS:</vt:lpstr>
      <vt:lpstr>PowerPoint Presentation</vt:lpstr>
      <vt:lpstr>SWOT Analysis:</vt:lpstr>
      <vt:lpstr>Customer insights:</vt:lpstr>
      <vt:lpstr>PowerPoint Presentation</vt:lpstr>
      <vt:lpstr>UNLOCKING NEW HORIZONS </vt:lpstr>
      <vt:lpstr>Recommendations:</vt:lpstr>
      <vt:lpstr>PowerPoint Presentation</vt:lpstr>
      <vt:lpstr>Technology utilization-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Seneka Ravi</dc:creator>
  <cp:lastModifiedBy>Seneka Ravi</cp:lastModifiedBy>
  <cp:revision>9</cp:revision>
  <dcterms:created xsi:type="dcterms:W3CDTF">2025-01-23T09:17:13Z</dcterms:created>
  <dcterms:modified xsi:type="dcterms:W3CDTF">2025-02-01T06:29:45Z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