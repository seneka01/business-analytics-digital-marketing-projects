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8"/>
  </p:notesMasterIdLst>
  <p:sldIdLst>
    <p:sldId id="282" r:id="rId5"/>
    <p:sldId id="285" r:id="rId6"/>
    <p:sldId id="284" r:id="rId7"/>
    <p:sldId id="308" r:id="rId8"/>
    <p:sldId id="309" r:id="rId9"/>
    <p:sldId id="311" r:id="rId10"/>
    <p:sldId id="310" r:id="rId11"/>
    <p:sldId id="314" r:id="rId12"/>
    <p:sldId id="315" r:id="rId13"/>
    <p:sldId id="293" r:id="rId14"/>
    <p:sldId id="313" r:id="rId15"/>
    <p:sldId id="306" r:id="rId16"/>
    <p:sldId id="30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F1AB2-1976-4502-BF36-3FF5EA218861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2836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796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75AAE-0936-40B9-ACF9-A981EEF95D23}" type="datetimeFigureOut">
              <a:rPr lang="en-US" smtClean="0"/>
              <a:t>7/21/2025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B1F30-39B2-4CE2-8EF3-91F3179569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242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7EFB07-C7CA-17F0-85E7-49999333B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108199"/>
            <a:ext cx="5168900" cy="4191001"/>
          </a:xfrm>
        </p:spPr>
        <p:txBody>
          <a:bodyPr anchor="b"/>
          <a:lstStyle>
            <a:lvl1pPr>
              <a:lnSpc>
                <a:spcPct val="9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6A9EB6-5085-A101-9FEC-E2BAECF313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23101" y="304799"/>
            <a:ext cx="5016499" cy="6248401"/>
          </a:xfrm>
          <a:custGeom>
            <a:avLst/>
            <a:gdLst>
              <a:gd name="connsiteX0" fmla="*/ 5016499 w 5168900"/>
              <a:gd name="connsiteY0" fmla="*/ 1447801 h 6248401"/>
              <a:gd name="connsiteX1" fmla="*/ 5016499 w 5168900"/>
              <a:gd name="connsiteY1" fmla="*/ 3124201 h 6248401"/>
              <a:gd name="connsiteX2" fmla="*/ 5168899 w 5168900"/>
              <a:gd name="connsiteY2" fmla="*/ 3124201 h 6248401"/>
              <a:gd name="connsiteX3" fmla="*/ 5168899 w 5168900"/>
              <a:gd name="connsiteY3" fmla="*/ 1447801 h 6248401"/>
              <a:gd name="connsiteX4" fmla="*/ 0 w 5168900"/>
              <a:gd name="connsiteY4" fmla="*/ 0 h 6248401"/>
              <a:gd name="connsiteX5" fmla="*/ 5168900 w 5168900"/>
              <a:gd name="connsiteY5" fmla="*/ 0 h 6248401"/>
              <a:gd name="connsiteX6" fmla="*/ 5168900 w 5168900"/>
              <a:gd name="connsiteY6" fmla="*/ 6248401 h 6248401"/>
              <a:gd name="connsiteX7" fmla="*/ 0 w 5168900"/>
              <a:gd name="connsiteY7" fmla="*/ 6248401 h 624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68900" h="6248401">
                <a:moveTo>
                  <a:pt x="5016499" y="1447801"/>
                </a:moveTo>
                <a:lnTo>
                  <a:pt x="5016499" y="3124201"/>
                </a:lnTo>
                <a:lnTo>
                  <a:pt x="5168899" y="3124201"/>
                </a:lnTo>
                <a:lnTo>
                  <a:pt x="5168899" y="1447801"/>
                </a:lnTo>
                <a:close/>
                <a:moveTo>
                  <a:pt x="0" y="0"/>
                </a:moveTo>
                <a:lnTo>
                  <a:pt x="5168900" y="0"/>
                </a:lnTo>
                <a:lnTo>
                  <a:pt x="5168900" y="6248401"/>
                </a:lnTo>
                <a:lnTo>
                  <a:pt x="0" y="624840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FF9405-2D0B-2FF0-D4F5-36EAE810A7A9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87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  <p15:guide id="5" pos="6960" userDrawn="1">
          <p15:clr>
            <a:srgbClr val="FBAE40"/>
          </p15:clr>
        </p15:guide>
        <p15:guide id="6" pos="720" userDrawn="1">
          <p15:clr>
            <a:srgbClr val="FBAE40"/>
          </p15:clr>
        </p15:guide>
        <p15:guide id="7" orient="horz" pos="11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0F48150-1A09-D815-78F5-C57004B7E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A0D6A9-E761-9957-391F-1175FAA5189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000" y="1752600"/>
            <a:ext cx="99060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70FC9A-8C86-6EB5-1634-5E0A379C8A12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7F465A-1FA2-DB34-8A31-2B6957A9589C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6763DD-1C46-177C-43E1-EE1C25CF8DF8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385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  <p15:guide id="5" pos="6960" userDrawn="1">
          <p15:clr>
            <a:srgbClr val="FBAE40"/>
          </p15:clr>
        </p15:guide>
        <p15:guide id="6" pos="720" userDrawn="1">
          <p15:clr>
            <a:srgbClr val="FBAE40"/>
          </p15:clr>
        </p15:guide>
        <p15:guide id="7" orient="horz" pos="11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Subtitle + Pictur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999" y="322786"/>
            <a:ext cx="5930899" cy="1608490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 u="sng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6A9EB6-5085-A101-9FEC-E2BAECF313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23101" y="304799"/>
            <a:ext cx="5016499" cy="6248401"/>
          </a:xfrm>
          <a:custGeom>
            <a:avLst/>
            <a:gdLst>
              <a:gd name="connsiteX0" fmla="*/ 5016499 w 5168900"/>
              <a:gd name="connsiteY0" fmla="*/ 1447801 h 6248401"/>
              <a:gd name="connsiteX1" fmla="*/ 5016499 w 5168900"/>
              <a:gd name="connsiteY1" fmla="*/ 3124201 h 6248401"/>
              <a:gd name="connsiteX2" fmla="*/ 5168899 w 5168900"/>
              <a:gd name="connsiteY2" fmla="*/ 3124201 h 6248401"/>
              <a:gd name="connsiteX3" fmla="*/ 5168899 w 5168900"/>
              <a:gd name="connsiteY3" fmla="*/ 1447801 h 6248401"/>
              <a:gd name="connsiteX4" fmla="*/ 0 w 5168900"/>
              <a:gd name="connsiteY4" fmla="*/ 0 h 6248401"/>
              <a:gd name="connsiteX5" fmla="*/ 5168900 w 5168900"/>
              <a:gd name="connsiteY5" fmla="*/ 0 h 6248401"/>
              <a:gd name="connsiteX6" fmla="*/ 5168900 w 5168900"/>
              <a:gd name="connsiteY6" fmla="*/ 6248401 h 6248401"/>
              <a:gd name="connsiteX7" fmla="*/ 0 w 5168900"/>
              <a:gd name="connsiteY7" fmla="*/ 6248401 h 624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68900" h="6248401">
                <a:moveTo>
                  <a:pt x="5016499" y="1447801"/>
                </a:moveTo>
                <a:lnTo>
                  <a:pt x="5016499" y="3124201"/>
                </a:lnTo>
                <a:lnTo>
                  <a:pt x="5168899" y="3124201"/>
                </a:lnTo>
                <a:lnTo>
                  <a:pt x="5168899" y="1447801"/>
                </a:lnTo>
                <a:close/>
                <a:moveTo>
                  <a:pt x="0" y="0"/>
                </a:moveTo>
                <a:lnTo>
                  <a:pt x="5168900" y="0"/>
                </a:lnTo>
                <a:lnTo>
                  <a:pt x="5168900" y="6248401"/>
                </a:lnTo>
                <a:lnTo>
                  <a:pt x="0" y="624840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FF9405-2D0B-2FF0-D4F5-36EAE810A7A9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B6560B0-3456-2CEA-F93D-A5F45ED0C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2108198"/>
            <a:ext cx="5168899" cy="4191001"/>
          </a:xfrm>
        </p:spPr>
        <p:txBody>
          <a:bodyPr anchor="b"/>
          <a:lstStyle>
            <a:lvl1pPr>
              <a:lnSpc>
                <a:spcPct val="9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9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  <p15:guide id="5" pos="6960" userDrawn="1">
          <p15:clr>
            <a:srgbClr val="FBAE40"/>
          </p15:clr>
        </p15:guide>
        <p15:guide id="6" pos="720" userDrawn="1">
          <p15:clr>
            <a:srgbClr val="FBAE40"/>
          </p15:clr>
        </p15:guide>
        <p15:guide id="7" orient="horz" pos="110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Subtitl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FF9405-2D0B-2FF0-D4F5-36EAE810A7A9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9F0AD8-E9E5-97AC-38C3-334A7F03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2108198"/>
            <a:ext cx="9906001" cy="4191001"/>
          </a:xfrm>
        </p:spPr>
        <p:txBody>
          <a:bodyPr anchor="b"/>
          <a:lstStyle>
            <a:lvl1pPr>
              <a:lnSpc>
                <a:spcPct val="9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F887EDC-CB94-E7EB-F89C-B452D65C1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22786"/>
            <a:ext cx="5930900" cy="1429814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 u="sng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65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  <p15:guide id="5" pos="6960" userDrawn="1">
          <p15:clr>
            <a:srgbClr val="FBAE40"/>
          </p15:clr>
        </p15:guide>
        <p15:guide id="6" pos="720" userDrawn="1">
          <p15:clr>
            <a:srgbClr val="FBAE40"/>
          </p15:clr>
        </p15:guide>
        <p15:guide id="7" orient="horz" pos="110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74B6722-048F-A0DC-5E4E-9A0175C3A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EDAD8D20-398D-ADAC-233E-7CF491CAA4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52600"/>
            <a:ext cx="4248979" cy="4470396"/>
          </a:xfrm>
        </p:spPr>
        <p:txBody>
          <a:bodyPr>
            <a:normAutofit/>
          </a:bodyPr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94E8433-1C69-82EB-6AD3-87F2E5970B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054099"/>
            <a:ext cx="5943600" cy="5168897"/>
          </a:xfrm>
          <a:custGeom>
            <a:avLst/>
            <a:gdLst>
              <a:gd name="connsiteX0" fmla="*/ 0 w 6096000"/>
              <a:gd name="connsiteY0" fmla="*/ 0 h 5168897"/>
              <a:gd name="connsiteX1" fmla="*/ 6096000 w 6096000"/>
              <a:gd name="connsiteY1" fmla="*/ 0 h 5168897"/>
              <a:gd name="connsiteX2" fmla="*/ 6096000 w 6096000"/>
              <a:gd name="connsiteY2" fmla="*/ 698501 h 5168897"/>
              <a:gd name="connsiteX3" fmla="*/ 5943600 w 6096000"/>
              <a:gd name="connsiteY3" fmla="*/ 698501 h 5168897"/>
              <a:gd name="connsiteX4" fmla="*/ 5943600 w 6096000"/>
              <a:gd name="connsiteY4" fmla="*/ 2374901 h 5168897"/>
              <a:gd name="connsiteX5" fmla="*/ 6096000 w 6096000"/>
              <a:gd name="connsiteY5" fmla="*/ 2374901 h 5168897"/>
              <a:gd name="connsiteX6" fmla="*/ 6096000 w 6096000"/>
              <a:gd name="connsiteY6" fmla="*/ 5168897 h 5168897"/>
              <a:gd name="connsiteX7" fmla="*/ 0 w 6096000"/>
              <a:gd name="connsiteY7" fmla="*/ 5168897 h 516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6000" h="5168897">
                <a:moveTo>
                  <a:pt x="0" y="0"/>
                </a:moveTo>
                <a:lnTo>
                  <a:pt x="6096000" y="0"/>
                </a:lnTo>
                <a:lnTo>
                  <a:pt x="6096000" y="698501"/>
                </a:lnTo>
                <a:lnTo>
                  <a:pt x="5943600" y="698501"/>
                </a:lnTo>
                <a:lnTo>
                  <a:pt x="5943600" y="2374901"/>
                </a:lnTo>
                <a:lnTo>
                  <a:pt x="6096000" y="2374901"/>
                </a:lnTo>
                <a:lnTo>
                  <a:pt x="6096000" y="5168897"/>
                </a:lnTo>
                <a:lnTo>
                  <a:pt x="0" y="516889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ysClr val="windowText" lastClr="000000"/>
                </a:solidFill>
                <a:latin typeface="Franklin Gothic Book" panose="020B05030201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18B659-BD70-E5FE-40FB-1CB9F9AEDF31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11277D-EE37-D0E0-9B67-F04F6F014F3B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325C5B-B775-5074-F562-C35241BFD7DC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56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  <p15:guide id="5" pos="6960" userDrawn="1">
          <p15:clr>
            <a:srgbClr val="FBAE40"/>
          </p15:clr>
        </p15:guide>
        <p15:guide id="6" pos="720" userDrawn="1">
          <p15:clr>
            <a:srgbClr val="FBAE40"/>
          </p15:clr>
        </p15:guide>
        <p15:guide id="7" orient="horz" pos="110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Pictur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93AC8E7-B5BE-3D01-68AB-369DE835B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108198"/>
            <a:ext cx="5168900" cy="4191001"/>
          </a:xfrm>
        </p:spPr>
        <p:txBody>
          <a:bodyPr anchor="b"/>
          <a:lstStyle>
            <a:lvl1pPr>
              <a:lnSpc>
                <a:spcPct val="9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6A9EB6-5085-A101-9FEC-E2BAECF313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23101" y="304799"/>
            <a:ext cx="5016499" cy="6248401"/>
          </a:xfrm>
          <a:custGeom>
            <a:avLst/>
            <a:gdLst>
              <a:gd name="connsiteX0" fmla="*/ 5016499 w 5168900"/>
              <a:gd name="connsiteY0" fmla="*/ 1447801 h 6248401"/>
              <a:gd name="connsiteX1" fmla="*/ 5016499 w 5168900"/>
              <a:gd name="connsiteY1" fmla="*/ 3124201 h 6248401"/>
              <a:gd name="connsiteX2" fmla="*/ 5168899 w 5168900"/>
              <a:gd name="connsiteY2" fmla="*/ 3124201 h 6248401"/>
              <a:gd name="connsiteX3" fmla="*/ 5168899 w 5168900"/>
              <a:gd name="connsiteY3" fmla="*/ 1447801 h 6248401"/>
              <a:gd name="connsiteX4" fmla="*/ 0 w 5168900"/>
              <a:gd name="connsiteY4" fmla="*/ 0 h 6248401"/>
              <a:gd name="connsiteX5" fmla="*/ 5168900 w 5168900"/>
              <a:gd name="connsiteY5" fmla="*/ 0 h 6248401"/>
              <a:gd name="connsiteX6" fmla="*/ 5168900 w 5168900"/>
              <a:gd name="connsiteY6" fmla="*/ 6248401 h 6248401"/>
              <a:gd name="connsiteX7" fmla="*/ 0 w 5168900"/>
              <a:gd name="connsiteY7" fmla="*/ 6248401 h 624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68900" h="6248401">
                <a:moveTo>
                  <a:pt x="5016499" y="1447801"/>
                </a:moveTo>
                <a:lnTo>
                  <a:pt x="5016499" y="3124201"/>
                </a:lnTo>
                <a:lnTo>
                  <a:pt x="5168899" y="3124201"/>
                </a:lnTo>
                <a:lnTo>
                  <a:pt x="5168899" y="1447801"/>
                </a:lnTo>
                <a:close/>
                <a:moveTo>
                  <a:pt x="0" y="0"/>
                </a:moveTo>
                <a:lnTo>
                  <a:pt x="5168900" y="0"/>
                </a:lnTo>
                <a:lnTo>
                  <a:pt x="5168900" y="6248401"/>
                </a:lnTo>
                <a:lnTo>
                  <a:pt x="0" y="624840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FF9405-2D0B-2FF0-D4F5-36EAE810A7A9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36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  <p15:guide id="5" pos="6960" userDrawn="1">
          <p15:clr>
            <a:srgbClr val="FBAE40"/>
          </p15:clr>
        </p15:guide>
        <p15:guide id="6" pos="720" userDrawn="1">
          <p15:clr>
            <a:srgbClr val="FBAE40"/>
          </p15:clr>
        </p15:guide>
        <p15:guide id="7" orient="horz" pos="11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65D6554-F5CF-9F05-BF7E-DE2ACF23D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558EEEA-E4F7-3A5E-4C32-D0F18F2E47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52600"/>
            <a:ext cx="4248979" cy="4470396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6336D1F-4545-020F-F267-ADF1CBB0BF4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94500" y="1752598"/>
            <a:ext cx="4248979" cy="4470396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1477EB-BB2D-9198-DC69-51D82D51A21F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FA3617-DC5C-20BC-7449-C609B2112FCA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9D91BC-3775-DECE-2304-4F88B1FF89FB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00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  <p15:guide id="5" pos="6960" userDrawn="1">
          <p15:clr>
            <a:srgbClr val="FBAE40"/>
          </p15:clr>
        </p15:guide>
        <p15:guide id="6" pos="720" userDrawn="1">
          <p15:clr>
            <a:srgbClr val="FBAE40"/>
          </p15:clr>
        </p15:guide>
        <p15:guide id="7" orient="horz" pos="11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E1E6D6C-0731-FF31-EDF7-8D57D885D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9BA78305-FEEA-427F-3BD6-3AD374F98C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52600"/>
            <a:ext cx="2846459" cy="4470396"/>
          </a:xfrm>
        </p:spPr>
        <p:txBody>
          <a:bodyPr>
            <a:normAutofit/>
          </a:bodyPr>
          <a:lstStyle>
            <a:lvl1pPr marL="285750" indent="-285750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4197309-1E69-4934-B528-C0F5EDFB3A4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94500" y="1752598"/>
            <a:ext cx="4248979" cy="4470396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1477EB-BB2D-9198-DC69-51D82D51A21F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FA3617-DC5C-20BC-7449-C609B2112FCA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9D91BC-3775-DECE-2304-4F88B1FF89FB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3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  <p15:guide id="5" pos="6960" userDrawn="1">
          <p15:clr>
            <a:srgbClr val="FBAE40"/>
          </p15:clr>
        </p15:guide>
        <p15:guide id="6" pos="720" userDrawn="1">
          <p15:clr>
            <a:srgbClr val="FBAE40"/>
          </p15:clr>
        </p15:guide>
        <p15:guide id="7" orient="horz" pos="110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9194-140B-A0F0-6C1B-83FCEEDEA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28ADC70-13EB-DD72-B150-AFD93F56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494A04E-5F4A-B565-DA4C-524D89FF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1835160-1B67-0FE5-AB57-8A5B8D3C9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532645E4-5D0B-B2BF-4C64-DB4C0982906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52600"/>
            <a:ext cx="4248979" cy="4470396"/>
          </a:xfrm>
        </p:spPr>
        <p:txBody>
          <a:bodyPr>
            <a:normAutofit/>
          </a:bodyPr>
          <a:lstStyle>
            <a:lvl1pPr marL="285750" indent="-285750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573A2C6B-6296-E0F5-48FF-D9B5519FB5CD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6096000" y="1752600"/>
            <a:ext cx="4953000" cy="48006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ysClr val="windowText" lastClr="000000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0FA050-C363-A441-6725-0A8BE726CD5F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6FCCC3-EC39-2498-C9DB-289FA7178344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901D73-96B4-2AAC-CAF4-ECFD426F8A8A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88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  <p15:guide id="5" pos="6960" userDrawn="1">
          <p15:clr>
            <a:srgbClr val="FBAE40"/>
          </p15:clr>
        </p15:guide>
        <p15:guide id="6" pos="720" userDrawn="1">
          <p15:clr>
            <a:srgbClr val="FBAE40"/>
          </p15:clr>
        </p15:guide>
        <p15:guide id="7" orient="horz" pos="110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B726890-73E7-1646-D800-16263260C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91979" y="322788"/>
            <a:ext cx="42854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FE0E6C1-D8F3-9607-1EF5-283A82536937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005840" y="1883664"/>
            <a:ext cx="4434840" cy="372160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83DD6FC-F6CD-AC73-F4C3-7BEE70CC334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395" y="1752600"/>
            <a:ext cx="4720706" cy="4800600"/>
          </a:xfrm>
        </p:spPr>
        <p:txBody>
          <a:bodyPr>
            <a:normAutofit/>
          </a:bodyPr>
          <a:lstStyle>
            <a:lvl1pPr marL="285750" indent="-285750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D1C344-28CE-DD56-2002-570ACC0C8BC1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1F0557-89C9-50CE-E4B0-286C4FBFE3A9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5726C3-3898-CF2F-3A91-26F7B8DABC71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22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  <p15:guide id="5" pos="6984" userDrawn="1">
          <p15:clr>
            <a:srgbClr val="FBAE40"/>
          </p15:clr>
        </p15:guide>
        <p15:guide id="6" pos="720" userDrawn="1">
          <p15:clr>
            <a:srgbClr val="FBAE40"/>
          </p15:clr>
        </p15:guide>
        <p15:guide id="7" orient="horz" pos="11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4D99F21-AF19-C3B4-AF66-1C83EBC9B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C4CCE14A-15F3-BD2F-DA6C-9AE637E464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55648"/>
            <a:ext cx="9902952" cy="4572000"/>
          </a:xfrm>
        </p:spPr>
        <p:txBody>
          <a:bodyPr>
            <a:normAutofit/>
          </a:bodyPr>
          <a:lstStyle>
            <a:lvl1pPr marL="285750" indent="-285750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1477EB-BB2D-9198-DC69-51D82D51A21F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FA3617-DC5C-20BC-7449-C609B2112FCA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9D91BC-3775-DECE-2304-4F88B1FF89FB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19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  <p15:guide id="5" pos="6960" userDrawn="1">
          <p15:clr>
            <a:srgbClr val="FBAE40"/>
          </p15:clr>
        </p15:guide>
        <p15:guide id="6" pos="720" userDrawn="1">
          <p15:clr>
            <a:srgbClr val="FBAE40"/>
          </p15:clr>
        </p15:guide>
        <p15:guide id="7" orient="horz" pos="110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4D99F21-AF19-C3B4-AF66-1C83EBC9B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C4CCE14A-15F3-BD2F-DA6C-9AE637E464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55648"/>
            <a:ext cx="9902952" cy="45720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160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1477EB-BB2D-9198-DC69-51D82D51A21F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FA3617-DC5C-20BC-7449-C609B2112FCA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9D91BC-3775-DECE-2304-4F88B1FF89FB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4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  <p15:guide id="5" pos="6960" userDrawn="1">
          <p15:clr>
            <a:srgbClr val="FBAE40"/>
          </p15:clr>
        </p15:guide>
        <p15:guide id="6" pos="720" userDrawn="1">
          <p15:clr>
            <a:srgbClr val="FBAE40"/>
          </p15:clr>
        </p15:guide>
        <p15:guide id="7" orient="horz" pos="110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7066A8E-FDEA-E5CF-012E-EB9112DBF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22CF6F1-9854-0E80-1F49-869587BCDDE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55648"/>
            <a:ext cx="8531352" cy="2048256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160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D126172-FD9F-8D99-5392-6AF11DAE47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00" y="4113492"/>
            <a:ext cx="10896601" cy="2744508"/>
          </a:xfrm>
          <a:custGeom>
            <a:avLst/>
            <a:gdLst>
              <a:gd name="connsiteX0" fmla="*/ 0 w 11049001"/>
              <a:gd name="connsiteY0" fmla="*/ 0 h 2744508"/>
              <a:gd name="connsiteX1" fmla="*/ 11049001 w 11049001"/>
              <a:gd name="connsiteY1" fmla="*/ 0 h 2744508"/>
              <a:gd name="connsiteX2" fmla="*/ 11049001 w 11049001"/>
              <a:gd name="connsiteY2" fmla="*/ 2744508 h 2744508"/>
              <a:gd name="connsiteX3" fmla="*/ 0 w 11049001"/>
              <a:gd name="connsiteY3" fmla="*/ 2744508 h 2744508"/>
              <a:gd name="connsiteX4" fmla="*/ 0 w 11049001"/>
              <a:gd name="connsiteY4" fmla="*/ 2198408 h 2744508"/>
              <a:gd name="connsiteX5" fmla="*/ 152400 w 11049001"/>
              <a:gd name="connsiteY5" fmla="*/ 2198408 h 2744508"/>
              <a:gd name="connsiteX6" fmla="*/ 152400 w 11049001"/>
              <a:gd name="connsiteY6" fmla="*/ 522008 h 2744508"/>
              <a:gd name="connsiteX7" fmla="*/ 0 w 11049001"/>
              <a:gd name="connsiteY7" fmla="*/ 522008 h 2744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049001" h="2744508">
                <a:moveTo>
                  <a:pt x="0" y="0"/>
                </a:moveTo>
                <a:lnTo>
                  <a:pt x="11049001" y="0"/>
                </a:lnTo>
                <a:lnTo>
                  <a:pt x="11049001" y="2744508"/>
                </a:lnTo>
                <a:lnTo>
                  <a:pt x="0" y="2744508"/>
                </a:lnTo>
                <a:lnTo>
                  <a:pt x="0" y="2198408"/>
                </a:lnTo>
                <a:lnTo>
                  <a:pt x="152400" y="2198408"/>
                </a:lnTo>
                <a:lnTo>
                  <a:pt x="152400" y="522008"/>
                </a:lnTo>
                <a:lnTo>
                  <a:pt x="0" y="52200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ysClr val="windowText" lastClr="000000"/>
                </a:solidFill>
                <a:latin typeface="Franklin Gothic Book" panose="020B05030201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CB7384-BB68-6679-8592-1BB5371FD39F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43A0DD-BC00-19DA-C1A4-0BC3AC452369}"/>
              </a:ext>
            </a:extLst>
          </p:cNvPr>
          <p:cNvSpPr/>
          <p:nvPr userDrawn="1"/>
        </p:nvSpPr>
        <p:spPr>
          <a:xfrm>
            <a:off x="0" y="46355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1D0305-426C-92A2-C779-061BAACC3ED2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89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  <p15:guide id="5" pos="6960" userDrawn="1">
          <p15:clr>
            <a:srgbClr val="FBAE40"/>
          </p15:clr>
        </p15:guide>
        <p15:guide id="6" pos="720" userDrawn="1">
          <p15:clr>
            <a:srgbClr val="FBAE40"/>
          </p15:clr>
        </p15:guide>
        <p15:guide id="7" orient="horz" pos="110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583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5936187"/>
            <a:ext cx="1154151" cy="3690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0" r:id="rId2"/>
    <p:sldLayoutId id="2147483744" r:id="rId3"/>
    <p:sldLayoutId id="2147483802" r:id="rId4"/>
    <p:sldLayoutId id="2147483746" r:id="rId5"/>
    <p:sldLayoutId id="2147483803" r:id="rId6"/>
    <p:sldLayoutId id="2147483743" r:id="rId7"/>
    <p:sldLayoutId id="2147483804" r:id="rId8"/>
    <p:sldLayoutId id="2147483797" r:id="rId9"/>
    <p:sldLayoutId id="2147483768" r:id="rId10"/>
    <p:sldLayoutId id="2147483805" r:id="rId11"/>
    <p:sldLayoutId id="2147483806" r:id="rId12"/>
    <p:sldLayoutId id="2147483747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6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6F763848-0EA5-D22C-CBFD-7F5657C1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65" y="2108200"/>
            <a:ext cx="5914335" cy="2861366"/>
          </a:xfrm>
        </p:spPr>
        <p:txBody>
          <a:bodyPr/>
          <a:lstStyle/>
          <a:p>
            <a:r>
              <a:rPr lang="en-US" sz="4800" dirty="0">
                <a:latin typeface="Bell MT" panose="02020503060305020303" pitchFamily="18" charset="0"/>
              </a:rPr>
              <a:t>Data-Driven Insights for Digital Marketing Campaigns</a:t>
            </a:r>
          </a:p>
        </p:txBody>
      </p:sp>
      <p:pic>
        <p:nvPicPr>
          <p:cNvPr id="6" name="Picture Placeholder 5" descr="A person standing and talking to three sitting people">
            <a:extLst>
              <a:ext uri="{FF2B5EF4-FFF2-40B4-BE49-F238E27FC236}">
                <a16:creationId xmlns:a16="http://schemas.microsoft.com/office/drawing/2014/main" id="{BF63DDD8-209E-5007-1A64-6B0BB2FA128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3238" r="23238"/>
          <a:stretch/>
        </p:blipFill>
        <p:spPr>
          <a:xfrm>
            <a:off x="7023101" y="304799"/>
            <a:ext cx="5016499" cy="6248401"/>
          </a:xfrm>
        </p:spPr>
      </p:pic>
    </p:spTree>
    <p:extLst>
      <p:ext uri="{BB962C8B-B14F-4D97-AF65-F5344CB8AC3E}">
        <p14:creationId xmlns:p14="http://schemas.microsoft.com/office/powerpoint/2010/main" val="289313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763848-0EA5-D22C-CBFD-7F5657C1D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817" y="1590261"/>
            <a:ext cx="10389705" cy="3617844"/>
          </a:xfrm>
        </p:spPr>
        <p:txBody>
          <a:bodyPr/>
          <a:lstStyle/>
          <a:p>
            <a:r>
              <a:rPr lang="en-US" b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lang="en-US" b="1" u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 campaigns often lack data-backed decisions, leading to inefficiencies, poor ROI, and limited audience engagement. This project solves that using data analysis and visual insights</a:t>
            </a:r>
            <a:r>
              <a:rPr lang="en-US" u="none" dirty="0"/>
              <a:t>.</a:t>
            </a:r>
            <a:endParaRPr lang="en-US" b="1" u="none" dirty="0"/>
          </a:p>
        </p:txBody>
      </p:sp>
    </p:spTree>
    <p:extLst>
      <p:ext uri="{BB962C8B-B14F-4D97-AF65-F5344CB8AC3E}">
        <p14:creationId xmlns:p14="http://schemas.microsoft.com/office/powerpoint/2010/main" val="379361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6F845-5F7C-EA0E-20FB-9A478EF31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999" y="848138"/>
            <a:ext cx="4248980" cy="689113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7990B3-9882-7641-6B8B-992DB5E3E9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2999" y="1752600"/>
            <a:ext cx="8955157" cy="39458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analyze digital marketing campaign data, identify key performance trends, and generate actionable insights to improve ROI.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Excel for data cleaning and KPIs, Power BI for dashboard, documentation for strategy</a:t>
            </a:r>
          </a:p>
        </p:txBody>
      </p:sp>
    </p:spTree>
    <p:extLst>
      <p:ext uri="{BB962C8B-B14F-4D97-AF65-F5344CB8AC3E}">
        <p14:creationId xmlns:p14="http://schemas.microsoft.com/office/powerpoint/2010/main" val="384684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DBCBD-09C8-69B9-F93E-DBA6DC268D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364974"/>
            <a:ext cx="9670774" cy="3723861"/>
          </a:xfrm>
        </p:spPr>
        <p:txBody>
          <a:bodyPr>
            <a:normAutofit fontScale="85000" lnSpcReduction="20000"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data cleaning process: Verified for any potential duplicate records — none were found.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all columns for missing values, Removed and replaced dashes (–) and blanks with 0 for calculation consistency, ensuring clean input for further analysis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all numeric columns and removed unnecessary column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engagement time (1m 15s) to total seconds for accurate analysis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Renamed columns with broken headers (e.g., Key events  All events...) for Power BI compatibility</a:t>
            </a:r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E48626-C3B3-E7EE-1740-0942F32064DD}"/>
              </a:ext>
            </a:extLst>
          </p:cNvPr>
          <p:cNvSpPr txBox="1">
            <a:spLocks/>
          </p:cNvSpPr>
          <p:nvPr/>
        </p:nvSpPr>
        <p:spPr>
          <a:xfrm>
            <a:off x="1143000" y="-516834"/>
            <a:ext cx="9538252" cy="12047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br>
              <a:rPr lang="en-US" sz="4000" u="none" dirty="0"/>
            </a:br>
            <a:br>
              <a:rPr lang="en-US" sz="4000" u="none" dirty="0"/>
            </a:br>
            <a:r>
              <a:rPr lang="en-US" sz="3200" dirty="0"/>
              <a:t>Data Preprocessing</a:t>
            </a:r>
            <a:endParaRPr lang="en-US" sz="3200" u="none" dirty="0"/>
          </a:p>
        </p:txBody>
      </p:sp>
    </p:spTree>
    <p:extLst>
      <p:ext uri="{BB962C8B-B14F-4D97-AF65-F5344CB8AC3E}">
        <p14:creationId xmlns:p14="http://schemas.microsoft.com/office/powerpoint/2010/main" val="326571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9D9C9-76D0-2DEC-61C5-1E93FC4DB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8383" y="919134"/>
            <a:ext cx="7474226" cy="1117687"/>
          </a:xfrm>
        </p:spPr>
        <p:txBody>
          <a:bodyPr/>
          <a:lstStyle/>
          <a:p>
            <a:r>
              <a:rPr lang="en-US" dirty="0"/>
              <a:t>KPI Identification &amp; Benchmarks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E2AD9-4724-E872-3B8D-982D37D60E4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8383" y="1477977"/>
            <a:ext cx="10084903" cy="38398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 were identified because they reflect engagement quality, ad effectiveness, cost control, and profitability — covering all core aspects &amp; providing a 360° view of campaign performance across platforms.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Rate (%)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many engaged sessions resulted in meaningful actions. High conversion indicates engaged, targeted traffic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Click-Through Rate (CTR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Measures how often users clicked on ads after seeing them. Benchmark: 2%–5% considered healthy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Per Click (CPC)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the average cost spent for each click. Lower CPC means better budget efficiency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on Investment (ROI)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campaign profitability relative to cost. Benchmark: ROI &gt; 100% is ideal</a:t>
            </a:r>
          </a:p>
        </p:txBody>
      </p:sp>
    </p:spTree>
    <p:extLst>
      <p:ext uri="{BB962C8B-B14F-4D97-AF65-F5344CB8AC3E}">
        <p14:creationId xmlns:p14="http://schemas.microsoft.com/office/powerpoint/2010/main" val="303263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D62CA-9F24-74FB-A31C-E107A67D8D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39348"/>
            <a:ext cx="9206948" cy="4470396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anomalies like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Events &gt; 0 but Engaged Sessions = 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possible tracking issues (e.g., in Paid Search)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such rows but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them out in insights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transparency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meaningful insights, the data was thoroughly validated to eliminate inconsistencies and ensure accuracy across all metrics.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90CC24-4162-4C2B-677E-B724DBEE4BEF}"/>
              </a:ext>
            </a:extLst>
          </p:cNvPr>
          <p:cNvSpPr txBox="1"/>
          <p:nvPr/>
        </p:nvSpPr>
        <p:spPr>
          <a:xfrm>
            <a:off x="1378226" y="822499"/>
            <a:ext cx="61357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Data Accuracy &amp; Validation</a:t>
            </a:r>
          </a:p>
        </p:txBody>
      </p:sp>
    </p:spTree>
    <p:extLst>
      <p:ext uri="{BB962C8B-B14F-4D97-AF65-F5344CB8AC3E}">
        <p14:creationId xmlns:p14="http://schemas.microsoft.com/office/powerpoint/2010/main" val="6080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F575-1043-84E5-97F9-89D62203C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569843"/>
            <a:ext cx="10180983" cy="870630"/>
          </a:xfrm>
        </p:spPr>
        <p:txBody>
          <a:bodyPr/>
          <a:lstStyle/>
          <a:p>
            <a:r>
              <a:rPr lang="en-US" dirty="0"/>
              <a:t>Digital Marketing Dashboard – Power BI Overview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39062B-170C-9519-A1F5-0E4E4C04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039034"/>
            <a:ext cx="9742247" cy="2534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AC2D2F-C4EC-7230-38D5-4D1A8463A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93913"/>
            <a:ext cx="9742247" cy="304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5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E4E73-C31F-E545-136C-3FB3989943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1007165"/>
            <a:ext cx="10972800" cy="60032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Key Insights:  </a:t>
            </a:r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Campaign is delivering strong returns at low cost  the below KPI metrics shows excellent efficiency in turning traffic into sales</a:t>
            </a:r>
          </a:p>
          <a:p>
            <a:pPr marL="0" indent="0">
              <a:buNone/>
            </a:pPr>
            <a:endParaRPr lang="en-US" sz="17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 : </a:t>
            </a:r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budget focus on top-performing channels and demographics to scale sales profitably</a:t>
            </a:r>
            <a:endParaRPr lang="en-US" sz="17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Organic search </a:t>
            </a:r>
            <a:r>
              <a:rPr lang="en-US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the top performing channel followed by referral which has high conversion rate and ROI</a:t>
            </a:r>
            <a:endParaRPr lang="en-US" sz="17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ts val="1000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Top-Performing Segments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 group 35–44 generates the highest revenue ($3,033.79) with a strong conversion rate (53.25%) and solid engagement — making them the most valuable audience segment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Gender distribution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female users drive the most revenue, male users are more engaged and convert better indicating a need to improve conversion journeys for female users and boost order value for male users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85AE61-04B7-4E49-FCBF-7C6D68114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543339"/>
            <a:ext cx="8590722" cy="897134"/>
          </a:xfrm>
        </p:spPr>
        <p:txBody>
          <a:bodyPr/>
          <a:lstStyle/>
          <a:p>
            <a:r>
              <a:rPr lang="en-US" dirty="0"/>
              <a:t>Insight Generation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95F0EAE3-14E7-EE06-9685-9C7F1D860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426080"/>
              </p:ext>
            </p:extLst>
          </p:nvPr>
        </p:nvGraphicFramePr>
        <p:xfrm>
          <a:off x="1868556" y="1834101"/>
          <a:ext cx="6520069" cy="128016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375528">
                  <a:extLst>
                    <a:ext uri="{9D8B030D-6E8A-4147-A177-3AD203B41FA5}">
                      <a16:colId xmlns:a16="http://schemas.microsoft.com/office/drawing/2014/main" val="634073727"/>
                    </a:ext>
                  </a:extLst>
                </a:gridCol>
                <a:gridCol w="4144541">
                  <a:extLst>
                    <a:ext uri="{9D8B030D-6E8A-4147-A177-3AD203B41FA5}">
                      <a16:colId xmlns:a16="http://schemas.microsoft.com/office/drawing/2014/main" val="372995412"/>
                    </a:ext>
                  </a:extLst>
                </a:gridCol>
              </a:tblGrid>
              <a:tr h="6049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CPA: 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$0.03 (very low)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Conversion Rate: 64.86%</a:t>
                      </a:r>
                    </a:p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043286"/>
                  </a:ext>
                </a:extLst>
              </a:tr>
              <a:tr h="6049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CTR: 55.91%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ROI: 1249% (extremely high)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50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42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211E1-C2DC-DC19-971E-BE4E8F1CA3E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060174"/>
            <a:ext cx="9869557" cy="51628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Journey Drop-off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16% of total sessions converted to revenue. Massive drop from sessions (92K) → key events (15K) → Total revenue ($5K).</a:t>
            </a:r>
          </a:p>
          <a:p>
            <a:r>
              <a:rPr lang="en-US" sz="17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Retention is Low</a:t>
            </a:r>
            <a:br>
              <a:rPr lang="en-US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62K total users, only 10K were returning users a return rate of just indicating low ongoing engagement and loyalty.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Country-wise Performance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United States has many visitors and brings in money — good balance! Indonesia and Qatar showed high revenue and ROI with smaller user bases — great for targeted campaigns.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748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83FEEA9-1226-8D28-BF9C-7B727C733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543339"/>
            <a:ext cx="7908235" cy="897134"/>
          </a:xfrm>
        </p:spPr>
        <p:txBody>
          <a:bodyPr/>
          <a:lstStyle/>
          <a:p>
            <a:r>
              <a:rPr lang="en-US"/>
              <a:t>Key Recommendations:</a:t>
            </a: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0112507-B3C6-260A-D6ED-88667081E9A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6591" y="1126433"/>
            <a:ext cx="11476383" cy="584421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Organic Search leads in both conversion (72%) and revenue ($2.8K)</a:t>
            </a:r>
            <a:endParaRPr lang="en-US" sz="23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endParaRPr lang="en-US" sz="23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Increase investment in SEO</a:t>
            </a:r>
            <a:endParaRPr lang="en-US" sz="23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more content around top-converting keywords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23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735 add-to-carts, only 202 reached checkout, and just 18 completed purchase → Huge drop at checkout-to-purchase stage.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checkout, trigger exit-intent offers, enable guest purchase, fix payment issues.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 exit-intent popups or retargeting ads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en-US" sz="23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0000"/>
              </a:lnSpc>
              <a:buSzPts val="1000"/>
              <a:buNone/>
              <a:tabLst>
                <a:tab pos="457200" algn="l"/>
              </a:tabLst>
            </a:pPr>
            <a:r>
              <a:rPr lang="en-US" sz="2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Growth Potential Segment:</a:t>
            </a:r>
            <a:r>
              <a:rPr lang="en-US" sz="23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25–34 group has strong engagement and good conversion. With a bit more effort, this can bring in high revenue</a:t>
            </a:r>
          </a:p>
          <a:p>
            <a:pPr marL="0" indent="0">
              <a:lnSpc>
                <a:spcPct val="100000"/>
              </a:lnSpc>
              <a:buSzPts val="1000"/>
              <a:buNone/>
              <a:tabLst>
                <a:tab pos="457200" algn="l"/>
              </a:tabLst>
            </a:pPr>
            <a:r>
              <a:rPr lang="en-US" sz="2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Action :</a:t>
            </a:r>
            <a:endParaRPr lang="en-US" sz="2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lnSpc>
                <a:spcPct val="100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Focus </a:t>
            </a:r>
            <a:r>
              <a:rPr lang="en-US" sz="2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paid ads</a:t>
            </a:r>
            <a:r>
              <a:rPr lang="en-US" sz="2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sz="2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email campaigns</a:t>
            </a:r>
            <a:r>
              <a:rPr lang="en-US" sz="2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on </a:t>
            </a:r>
            <a:r>
              <a:rPr lang="en-US" sz="2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25–44 age group</a:t>
            </a:r>
            <a:r>
              <a:rPr lang="en-US" sz="2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with tailored messages (career-focused, financial freedom, lifestyle).</a:t>
            </a:r>
          </a:p>
          <a:p>
            <a:pPr marR="0" lvl="0">
              <a:lnSpc>
                <a:spcPct val="100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769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F7B5EC-DF01-3A1C-8389-C2CAA1932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674C5-CBDE-1035-A4C4-2F5E516A2BC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3582" y="322786"/>
            <a:ext cx="11502887" cy="6714118"/>
          </a:xfrm>
        </p:spPr>
        <p:txBody>
          <a:bodyPr>
            <a:normAutofit fontScale="92500" lnSpcReduction="20000"/>
          </a:bodyPr>
          <a:lstStyle/>
          <a:p>
            <a:pPr marR="0" lvl="0">
              <a:lnSpc>
                <a:spcPct val="100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00000"/>
              </a:lnSpc>
              <a:buNone/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Hidden Gold Mines Countries like Sri Lanka, Venezuela, Kazakhstan are doing well with small numbers.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Action 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lnSpc>
                <a:spcPct val="100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 should try to bring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more people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from these countries — they’re ready to buy!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Homepage Drives Bulk Traffic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 )has 67,099 sessions and $1,390.45 revenue — the top-performing page. But Avg. Engagement Time is just 7s, meaning users are bouncing quickly.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Rework homepage banners and CTAs to direct visitors deeper into the funnel (product pages, featured offers, etc.).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A/B test layout to boost click-through.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High Engagement but No Revenue Pages like: /product/chrome-dino-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googler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-accessory-pack (2,646 key events, 14s)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&amp;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/product/google-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ripl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-forest-green-bottle (1,129 key events, 8s) No conversions despite high user interaction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marR="0" lvl="0" indent="0">
              <a:buSzPts val="1000"/>
              <a:buNone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Action :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These users are likely interested but not converting investigate checkout process and pricing.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Scarcity tactics ("Only 3 left!")</a:t>
            </a: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lnSpc>
                <a:spcPct val="100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50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6A127-3F58-3FA1-503A-BCF6E0EC7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165" y="687911"/>
            <a:ext cx="4384814" cy="752562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EBBBDB-AF76-8946-31FA-078DF6CA5E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07165" y="1440473"/>
            <a:ext cx="9902952" cy="346283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campaign performance reveals strong CTR and ROI, yet highlights key drop-off points in the user journey.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refined targeting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budget-efficient acquisition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 page optimization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These insights can directly improve our campaign efficiency, reduce drop-offs, and boost sales.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highlights a critical gap between user intent and purchase behavior. By optimizing the checkout experience and retargeting high-engagement segments, we can significantly increase conversions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➡️ Smart spending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➡️ Funnel improvements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➡️ Audience-focused strategy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57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DA5487-9BBA-DFE5-41D5-149358712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313" y="2584174"/>
            <a:ext cx="5007666" cy="84482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AC5D27E2-1CC3-62C9-C558-395536F11AC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31078" b="31078"/>
          <a:stretch/>
        </p:blipFill>
        <p:spPr>
          <a:xfrm>
            <a:off x="152400" y="4113492"/>
            <a:ext cx="10896601" cy="2744508"/>
          </a:xfrm>
        </p:spPr>
      </p:pic>
    </p:spTree>
    <p:extLst>
      <p:ext uri="{BB962C8B-B14F-4D97-AF65-F5344CB8AC3E}">
        <p14:creationId xmlns:p14="http://schemas.microsoft.com/office/powerpoint/2010/main" val="6373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TF00001054 1">
      <a:dk1>
        <a:srgbClr val="000000"/>
      </a:dk1>
      <a:lt1>
        <a:srgbClr val="FFFFFF"/>
      </a:lt1>
      <a:dk2>
        <a:srgbClr val="404040"/>
      </a:dk2>
      <a:lt2>
        <a:srgbClr val="F5F5F5"/>
      </a:lt2>
      <a:accent1>
        <a:srgbClr val="F52730"/>
      </a:accent1>
      <a:accent2>
        <a:srgbClr val="F1EC17"/>
      </a:accent2>
      <a:accent3>
        <a:srgbClr val="2E7424"/>
      </a:accent3>
      <a:accent4>
        <a:srgbClr val="5AA6C0"/>
      </a:accent4>
      <a:accent5>
        <a:srgbClr val="D17DF9"/>
      </a:accent5>
      <a:accent6>
        <a:srgbClr val="F56F41"/>
      </a:accent6>
      <a:hlink>
        <a:srgbClr val="FFAE3E"/>
      </a:hlink>
      <a:folHlink>
        <a:srgbClr val="FCC77E"/>
      </a:folHlink>
    </a:clrScheme>
    <a:fontScheme name="Custom 28">
      <a:majorFont>
        <a:latin typeface="Franklin Gothic Medium"/>
        <a:ea typeface=""/>
        <a:cs typeface=""/>
      </a:majorFont>
      <a:minorFont>
        <a:latin typeface="Franklin Gothic Book"/>
        <a:ea typeface=""/>
        <a:cs typeface="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054_win32_LW_V6" id="{6BF87F8D-B3A2-40D8-BA52-ECFEC2B062D3}" vid="{CB3E6F07-C238-4CAA-AD7C-2F796E04B8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EEBBDD-393F-4446-BE81-70A305372F0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5FE483B-7977-4312-A708-A047AFFF1C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17B721-6ECA-429B-B771-666136AE4D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Bold business marketing presentation</Template>
  <TotalTime>2211</TotalTime>
  <Words>986</Words>
  <Application>Microsoft Office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Aptos</vt:lpstr>
      <vt:lpstr>Arial</vt:lpstr>
      <vt:lpstr>Bell MT</vt:lpstr>
      <vt:lpstr>Calibri</vt:lpstr>
      <vt:lpstr>Franklin Gothic Book</vt:lpstr>
      <vt:lpstr>Franklin Gothic Demi</vt:lpstr>
      <vt:lpstr>Franklin Gothic Medium</vt:lpstr>
      <vt:lpstr>Symbol</vt:lpstr>
      <vt:lpstr>Times New Roman</vt:lpstr>
      <vt:lpstr>Wingdings</vt:lpstr>
      <vt:lpstr>Berlin</vt:lpstr>
      <vt:lpstr>Data-Driven Insights for Digital Marketing Campaigns</vt:lpstr>
      <vt:lpstr>PowerPoint Presentation</vt:lpstr>
      <vt:lpstr>Project Overview</vt:lpstr>
      <vt:lpstr>PowerPoint Presentation</vt:lpstr>
      <vt:lpstr>KPI Identification &amp; Benchmarks</vt:lpstr>
      <vt:lpstr>PowerPoint Presentation</vt:lpstr>
      <vt:lpstr>Digital Marketing Dashboard – Power BI Overview</vt:lpstr>
      <vt:lpstr>Insight Generation </vt:lpstr>
      <vt:lpstr>PowerPoint Presentation</vt:lpstr>
      <vt:lpstr>Key Recommendations:</vt:lpstr>
      <vt:lpstr>PowerPoint Presentation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Insights for Digital Marketing Campaigns</dc:title>
  <dc:creator>Seneka Ravi</dc:creator>
  <cp:lastModifiedBy>Seneka Ravi</cp:lastModifiedBy>
  <cp:revision>15</cp:revision>
  <dcterms:created xsi:type="dcterms:W3CDTF">2025-07-09T16:42:34Z</dcterms:created>
  <dcterms:modified xsi:type="dcterms:W3CDTF">2025-07-21T18:08:57Z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